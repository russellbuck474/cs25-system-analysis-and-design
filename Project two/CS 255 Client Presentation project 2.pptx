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notesMasters/notesMaster1.xml" ContentType="application/vnd.openxmlformats-officedocument.presentationml.notesMaster+xml"/>
  <Override PartName="/ppt/tags/tag1.xml" ContentType="application/vnd.openxmlformats-officedocument.presentationml.tags+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tags/tag2.xml" ContentType="application/vnd.openxmlformats-officedocument.presentationml.tags+xml"/>
  <Override PartName="/ppt/notesSlides/notesSlide1.xml" ContentType="application/vnd.openxmlformats-officedocument.presentationml.notesSlide+xml"/>
  <Override PartName="/ppt/tags/tag3.xml" ContentType="application/vnd.openxmlformats-officedocument.presentationml.tags+xml"/>
  <Override PartName="/ppt/notesSlides/notesSlide2.xml" ContentType="application/vnd.openxmlformats-officedocument.presentationml.notesSlide+xml"/>
  <Override PartName="/ppt/tags/tag4.xml" ContentType="application/vnd.openxmlformats-officedocument.presentationml.tags+xml"/>
  <Override PartName="/ppt/notesSlides/notesSlide3.xml" ContentType="application/vnd.openxmlformats-officedocument.presentationml.notesSlide+xml"/>
  <Override PartName="/ppt/tags/tag5.xml" ContentType="application/vnd.openxmlformats-officedocument.presentationml.tags+xml"/>
  <Override PartName="/ppt/notesSlides/notesSlide4.xml" ContentType="application/vnd.openxmlformats-officedocument.presentationml.notesSlide+xml"/>
  <Override PartName="/ppt/tags/tag6.xml" ContentType="application/vnd.openxmlformats-officedocument.presentationml.tags+xml"/>
  <Override PartName="/ppt/notesSlides/notesSlide5.xml" ContentType="application/vnd.openxmlformats-officedocument.presentationml.notesSlide+xml"/>
  <Override PartName="/ppt/tags/tag7.xml" ContentType="application/vnd.openxmlformats-officedocument.presentationml.tags+xml"/>
  <Override PartName="/ppt/notesSlides/notesSlide6.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notesMasterIdLst>
    <p:notesMasterId r:id="rId8"/>
  </p:notesMasterIdLst>
  <p:sldIdLst>
    <p:sldId id="258" r:id="rId2"/>
    <p:sldId id="260" r:id="rId3"/>
    <p:sldId id="261" r:id="rId4"/>
    <p:sldId id="267" r:id="rId5"/>
    <p:sldId id="263" r:id="rId6"/>
    <p:sldId id="265" r:id="rId7"/>
  </p:sldIdLst>
  <p:sldSz cx="12192000" cy="6858000"/>
  <p:notesSz cx="6858000" cy="9144000"/>
  <p:custDataLst>
    <p:tags r:id="rId9"/>
  </p:custDataLst>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6966" autoAdjust="0"/>
    <p:restoredTop sz="65796" autoAdjust="0"/>
  </p:normalViewPr>
  <p:slideViewPr>
    <p:cSldViewPr snapToGrid="0">
      <p:cViewPr varScale="1">
        <p:scale>
          <a:sx n="72" d="100"/>
          <a:sy n="72" d="100"/>
        </p:scale>
        <p:origin x="1956" y="78"/>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notesMaster" Target="notesMasters/notesMaster1.xml"/><Relationship Id="rId13" Type="http://schemas.openxmlformats.org/officeDocument/2006/relationships/tableStyles" Target="tableStyles.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theme" Target="theme/theme1.xml"/><Relationship Id="rId2" Type="http://schemas.openxmlformats.org/officeDocument/2006/relationships/slide" Target="slides/slide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viewProps" Target="viewProps.xml"/><Relationship Id="rId5" Type="http://schemas.openxmlformats.org/officeDocument/2006/relationships/slide" Target="slides/slide4.xml"/><Relationship Id="rId10" Type="http://schemas.openxmlformats.org/officeDocument/2006/relationships/presProps" Target="presProps.xml"/><Relationship Id="rId4" Type="http://schemas.openxmlformats.org/officeDocument/2006/relationships/slide" Target="slides/slide3.xml"/><Relationship Id="rId9" Type="http://schemas.openxmlformats.org/officeDocument/2006/relationships/tags" Target="tags/tag1.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A5C20BB3-3CCB-4FE5-991B-82F6BCB48AF3}" type="datetimeFigureOut">
              <a:rPr lang="en-US" smtClean="0"/>
              <a:t>2/20/2026</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E0746DE6-3336-457D-A091-FA20AC1C536E}" type="slidenum">
              <a:rPr lang="en-US" smtClean="0"/>
              <a:t>‹#›</a:t>
            </a:fld>
            <a:endParaRPr lang="en-US"/>
          </a:p>
        </p:txBody>
      </p:sp>
    </p:spTree>
    <p:extLst>
      <p:ext uri="{BB962C8B-B14F-4D97-AF65-F5344CB8AC3E}">
        <p14:creationId xmlns:p14="http://schemas.microsoft.com/office/powerpoint/2010/main" val="856294443"/>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baseline="0" dirty="0"/>
              <a:t>Thank you for meeting with me today. I’ll be walking you through the design of the DriverPass system. My goal is to show how the system supports your business needs in a clear, easy‑to‑understand way, without getting too technical.</a:t>
            </a:r>
            <a:endParaRPr lang="en-US" dirty="0"/>
          </a:p>
        </p:txBody>
      </p:sp>
      <p:sp>
        <p:nvSpPr>
          <p:cNvPr id="4" name="Slide Number Placeholder 3"/>
          <p:cNvSpPr>
            <a:spLocks noGrp="1"/>
          </p:cNvSpPr>
          <p:nvPr>
            <p:ph type="sldNum" sz="quarter" idx="10"/>
          </p:nvPr>
        </p:nvSpPr>
        <p:spPr/>
        <p:txBody>
          <a:bodyPr/>
          <a:lstStyle/>
          <a:p>
            <a:fld id="{E0746DE6-3336-457D-A091-FA20AC1C536E}" type="slidenum">
              <a:rPr lang="en-US" smtClean="0"/>
              <a:t>1</a:t>
            </a:fld>
            <a:endParaRPr lang="en-US"/>
          </a:p>
        </p:txBody>
      </p:sp>
    </p:spTree>
    <p:extLst>
      <p:ext uri="{BB962C8B-B14F-4D97-AF65-F5344CB8AC3E}">
        <p14:creationId xmlns:p14="http://schemas.microsoft.com/office/powerpoint/2010/main" val="4216242554"/>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For this slide, I focused on the key functional and nonfunctional requirements that DriverPass needs in order to operate smoothly and support both customers and staff.</a:t>
            </a:r>
          </a:p>
          <a:p>
            <a:r>
              <a:rPr lang="en-US" dirty="0"/>
              <a:t>The functional requirements describe what the system must do. The first functional requirement I selected is the ability for customers to schedule, modify, and cancel driving lessons online. This directly supports </a:t>
            </a:r>
            <a:r>
              <a:rPr lang="en-US" dirty="0" err="1"/>
              <a:t>DriverPass’s</a:t>
            </a:r>
            <a:r>
              <a:rPr lang="en-US" dirty="0"/>
              <a:t> goal of reducing phone‑based scheduling and giving customers more flexibility. The second functional requirement is providing online lessons and practice tests with score tracking. This meets </a:t>
            </a:r>
            <a:r>
              <a:rPr lang="en-US" dirty="0" err="1"/>
              <a:t>DriverPass’s</a:t>
            </a:r>
            <a:r>
              <a:rPr lang="en-US" dirty="0"/>
              <a:t> need to offer training materials digitally and helps customers prepare for their DMV exams more effectively.</a:t>
            </a:r>
          </a:p>
          <a:p>
            <a:r>
              <a:rPr lang="en-US" dirty="0"/>
              <a:t>The nonfunctional requirements describe how the system must perform. The first nonfunctional requirement I selected is accessibility through a secure cloud‑based platform. This ensures that customers and staff can use the system from any device, which aligns with </a:t>
            </a:r>
            <a:r>
              <a:rPr lang="en-US" dirty="0" err="1"/>
              <a:t>DriverPass’s</a:t>
            </a:r>
            <a:r>
              <a:rPr lang="en-US" dirty="0"/>
              <a:t> desire for convenience and mobility. The second nonfunctional requirement is the use of encrypted communication and role‑based access control. These security measures protect sensitive customer information and ensure that only authorized users can access certain features, which is essential for maintaining trust and meeting privacy expectations.</a:t>
            </a:r>
          </a:p>
          <a:p>
            <a:r>
              <a:rPr lang="en-US" dirty="0"/>
              <a:t>Together, these requirements ensure that the system is functional, secure, and easy to use — all of which support </a:t>
            </a:r>
            <a:r>
              <a:rPr lang="en-US" dirty="0" err="1"/>
              <a:t>DriverPass’s</a:t>
            </a:r>
            <a:r>
              <a:rPr lang="en-US" dirty="0"/>
              <a:t> business goals and improve the overall customer experience.</a:t>
            </a:r>
          </a:p>
        </p:txBody>
      </p:sp>
      <p:sp>
        <p:nvSpPr>
          <p:cNvPr id="4" name="Slide Number Placeholder 3"/>
          <p:cNvSpPr>
            <a:spLocks noGrp="1"/>
          </p:cNvSpPr>
          <p:nvPr>
            <p:ph type="sldNum" sz="quarter" idx="10"/>
          </p:nvPr>
        </p:nvSpPr>
        <p:spPr/>
        <p:txBody>
          <a:bodyPr/>
          <a:lstStyle/>
          <a:p>
            <a:fld id="{E0746DE6-3336-457D-A091-FA20AC1C536E}" type="slidenum">
              <a:rPr lang="en-US" smtClean="0"/>
              <a:t>2</a:t>
            </a:fld>
            <a:endParaRPr lang="en-US"/>
          </a:p>
        </p:txBody>
      </p:sp>
    </p:spTree>
    <p:extLst>
      <p:ext uri="{BB962C8B-B14F-4D97-AF65-F5344CB8AC3E}">
        <p14:creationId xmlns:p14="http://schemas.microsoft.com/office/powerpoint/2010/main" val="3399264583"/>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diagram gives a big‑picture view of all the different people who interact with the DriverPass system and what each of them needs to do. The goal here is to show how the system supports your daily operations in a clear and organized way.</a:t>
            </a:r>
          </a:p>
          <a:p>
            <a:r>
              <a:rPr lang="en-US" dirty="0"/>
              <a:t>First, we have the customers, who are the main users of the system. They need to create accounts, schedule lessons, take practice tests, and review their results. These features help customers manage their training independently and prepare for their DMV exams at their own pace.</a:t>
            </a:r>
          </a:p>
          <a:p>
            <a:r>
              <a:rPr lang="en-US" dirty="0"/>
              <a:t>Next is the secretary, who helps customers who call in or visit the office. The secretary can schedule, modify, or cancel lessons on behalf of customers. Including this role ensures that the system supports both online and in‑person interactions, which is something DriverPass specifically requested.</a:t>
            </a:r>
          </a:p>
          <a:p>
            <a:r>
              <a:rPr lang="en-US" dirty="0"/>
              <a:t>We also included the drivers, who need a simple way to record notes after each lesson. This helps customers understand their progress and gives DriverPass a record of what was covered during training sessions.</a:t>
            </a:r>
          </a:p>
          <a:p>
            <a:r>
              <a:rPr lang="en-US" dirty="0"/>
              <a:t>The IT officer is responsible for managing user accounts. They can reset passwords or disable accounts when needed. This supports </a:t>
            </a:r>
            <a:r>
              <a:rPr lang="en-US" dirty="0" err="1"/>
              <a:t>DriverPass’s</a:t>
            </a:r>
            <a:r>
              <a:rPr lang="en-US" dirty="0"/>
              <a:t> need for strong account control and system security.</a:t>
            </a:r>
          </a:p>
          <a:p>
            <a:r>
              <a:rPr lang="en-US" dirty="0"/>
              <a:t>The owner has access to reports and can manage training packages. This reflects the business need to monitor performance and adjust offerings without relying on developers for every small change.</a:t>
            </a:r>
          </a:p>
          <a:p>
            <a:r>
              <a:rPr lang="en-US" dirty="0"/>
              <a:t>Finally, the system also connects with the DMV, which provides updates to rules, policies, and test questions. Including this connection ensures that customers always receive the most accurate and up‑to‑date information.</a:t>
            </a:r>
          </a:p>
          <a:p>
            <a:r>
              <a:rPr lang="en-US" dirty="0"/>
              <a:t>Overall, this diagram shows how the system brings together all the people involved in </a:t>
            </a:r>
            <a:r>
              <a:rPr lang="en-US" dirty="0" err="1"/>
              <a:t>DriverPass’s</a:t>
            </a:r>
            <a:r>
              <a:rPr lang="en-US" dirty="0"/>
              <a:t> operations and supports the tasks each one needs to perform. It ensures that the system is organized, efficient, and aligned with the real‑world workflow of your business.</a:t>
            </a:r>
          </a:p>
        </p:txBody>
      </p:sp>
      <p:sp>
        <p:nvSpPr>
          <p:cNvPr id="4" name="Slide Number Placeholder 3"/>
          <p:cNvSpPr>
            <a:spLocks noGrp="1"/>
          </p:cNvSpPr>
          <p:nvPr>
            <p:ph type="sldNum" sz="quarter" idx="10"/>
          </p:nvPr>
        </p:nvSpPr>
        <p:spPr/>
        <p:txBody>
          <a:bodyPr/>
          <a:lstStyle/>
          <a:p>
            <a:fld id="{E0746DE6-3336-457D-A091-FA20AC1C536E}" type="slidenum">
              <a:rPr lang="en-US" smtClean="0"/>
              <a:t>3</a:t>
            </a:fld>
            <a:endParaRPr lang="en-US"/>
          </a:p>
        </p:txBody>
      </p:sp>
    </p:spTree>
    <p:extLst>
      <p:ext uri="{BB962C8B-B14F-4D97-AF65-F5344CB8AC3E}">
        <p14:creationId xmlns:p14="http://schemas.microsoft.com/office/powerpoint/2010/main" val="2262835154"/>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dirty="0"/>
              <a:t>For this slide, I’m breaking down the process of scheduling a driving lesson, since this is one of the most important features DriverPass needs. The goal of this diagram is to show, step by step, what happens when a customer wants to book a lesson and how the system supports them through the process.</a:t>
            </a:r>
          </a:p>
          <a:p>
            <a:pPr marL="0" marR="0" lvl="0" indent="0" algn="l" defTabSz="914400" rtl="0" eaLnBrk="1" fontAlgn="auto" latinLnBrk="0" hangingPunct="1">
              <a:lnSpc>
                <a:spcPct val="100000"/>
              </a:lnSpc>
              <a:spcBef>
                <a:spcPts val="0"/>
              </a:spcBef>
              <a:spcAft>
                <a:spcPts val="0"/>
              </a:spcAft>
              <a:buClrTx/>
              <a:buSzTx/>
              <a:buFontTx/>
              <a:buNone/>
              <a:tabLst/>
              <a:defRPr/>
            </a:pPr>
            <a:r>
              <a:rPr lang="en-US" dirty="0"/>
              <a:t>The process begins when the customer logs into the system and chooses the option to schedule a lesson. Once they do that, the system shows all available dates and times. This is important because DriverPass needs to prevent double‑booking and make sure customers only see times that are actually open.</a:t>
            </a:r>
          </a:p>
          <a:p>
            <a:pPr marL="0" marR="0" lvl="0" indent="0" algn="l" defTabSz="914400" rtl="0" eaLnBrk="1" fontAlgn="auto" latinLnBrk="0" hangingPunct="1">
              <a:lnSpc>
                <a:spcPct val="100000"/>
              </a:lnSpc>
              <a:spcBef>
                <a:spcPts val="0"/>
              </a:spcBef>
              <a:spcAft>
                <a:spcPts val="0"/>
              </a:spcAft>
              <a:buClrTx/>
              <a:buSzTx/>
              <a:buFontTx/>
              <a:buNone/>
              <a:tabLst/>
              <a:defRPr/>
            </a:pPr>
            <a:r>
              <a:rPr lang="en-US" dirty="0"/>
              <a:t>Next, the customer picks the time that works best for them. When they make that choice, the system checks to make sure the time slot is still available. This step is essential because availability can change quickly if multiple customers are scheduling lessons at the same time.</a:t>
            </a:r>
          </a:p>
          <a:p>
            <a:pPr marL="0" marR="0" lvl="0" indent="0" algn="l" defTabSz="914400" rtl="0" eaLnBrk="1" fontAlgn="auto" latinLnBrk="0" hangingPunct="1">
              <a:lnSpc>
                <a:spcPct val="100000"/>
              </a:lnSpc>
              <a:spcBef>
                <a:spcPts val="0"/>
              </a:spcBef>
              <a:spcAft>
                <a:spcPts val="0"/>
              </a:spcAft>
              <a:buClrTx/>
              <a:buSzTx/>
              <a:buFontTx/>
              <a:buNone/>
              <a:tabLst/>
              <a:defRPr/>
            </a:pPr>
            <a:r>
              <a:rPr lang="en-US" dirty="0"/>
              <a:t>If the time slot is open, the system confirms the appointment and saves it. The customer then receives a confirmation message so they know their lesson is officially booked. If the time slot is no longer available, the system lets the customer know and sends them back to choose a different time. This keeps the process smooth and avoids confusion.</a:t>
            </a:r>
          </a:p>
          <a:p>
            <a:pPr marL="0" marR="0" lvl="0" indent="0" algn="l" defTabSz="914400" rtl="0" eaLnBrk="1" fontAlgn="auto" latinLnBrk="0" hangingPunct="1">
              <a:lnSpc>
                <a:spcPct val="100000"/>
              </a:lnSpc>
              <a:spcBef>
                <a:spcPts val="0"/>
              </a:spcBef>
              <a:spcAft>
                <a:spcPts val="0"/>
              </a:spcAft>
              <a:buClrTx/>
              <a:buSzTx/>
              <a:buFontTx/>
              <a:buNone/>
              <a:tabLst/>
              <a:defRPr/>
            </a:pPr>
            <a:r>
              <a:rPr lang="en-US" dirty="0"/>
              <a:t>Overall, this design supports </a:t>
            </a:r>
            <a:r>
              <a:rPr lang="en-US" dirty="0" err="1"/>
              <a:t>DriverPass’s</a:t>
            </a:r>
            <a:r>
              <a:rPr lang="en-US" dirty="0"/>
              <a:t> needs by making scheduling simple, preventing conflicts, and ensuring customers always have accurate information. It also reduces the workload on staff by allowing customers to manage their own appointments online.</a:t>
            </a:r>
          </a:p>
        </p:txBody>
      </p:sp>
      <p:sp>
        <p:nvSpPr>
          <p:cNvPr id="4" name="Slide Number Placeholder 3"/>
          <p:cNvSpPr>
            <a:spLocks noGrp="1"/>
          </p:cNvSpPr>
          <p:nvPr>
            <p:ph type="sldNum" sz="quarter" idx="10"/>
          </p:nvPr>
        </p:nvSpPr>
        <p:spPr/>
        <p:txBody>
          <a:bodyPr/>
          <a:lstStyle/>
          <a:p>
            <a:fld id="{E0746DE6-3336-457D-A091-FA20AC1C536E}" type="slidenum">
              <a:rPr lang="en-US" smtClean="0"/>
              <a:t>4</a:t>
            </a:fld>
            <a:endParaRPr lang="en-US"/>
          </a:p>
        </p:txBody>
      </p:sp>
    </p:spTree>
    <p:extLst>
      <p:ext uri="{BB962C8B-B14F-4D97-AF65-F5344CB8AC3E}">
        <p14:creationId xmlns:p14="http://schemas.microsoft.com/office/powerpoint/2010/main" val="896184263"/>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When designing the DriverPass system, security was one of the top priorities. Because the system handles personal information, lesson schedules, and training records, it was important to make sure everything stays protected and only the right people can access it.</a:t>
            </a:r>
          </a:p>
          <a:p>
            <a:r>
              <a:rPr lang="en-US" dirty="0"/>
              <a:t>One of the ways we addressed this was by giving each type of user the right level of access. For example, customers can only see their own information, while staff members can see the parts of the system they need for their jobs. This helps prevent mistakes and keeps sensitive information from being viewed by the wrong person.</a:t>
            </a:r>
          </a:p>
          <a:p>
            <a:r>
              <a:rPr lang="en-US" dirty="0"/>
              <a:t>We also made sure that all information sent through the system is protected while it’s being used. This means that when customers log in, schedule lessons, or take practice tests, their information is kept private. This is especially important since the system can be accessed from home, from a phone, or from the office.</a:t>
            </a:r>
          </a:p>
          <a:p>
            <a:r>
              <a:rPr lang="en-US" dirty="0"/>
              <a:t>Another part of the design focuses on keeping accounts safe. If someone forgets their password, there is a secure way to reset it without exposing their information. Staff members who manage accounts can also disable them if needed, which helps protect the system if an account is no longer in use.</a:t>
            </a:r>
          </a:p>
          <a:p>
            <a:r>
              <a:rPr lang="en-US" dirty="0"/>
              <a:t>Finally, the system is hosted in the cloud, which means it benefits from automatic updates and backups. This reduces the risk of data loss and helps keep the system running smoothly without requiring DriverPass to manage servers on their own.</a:t>
            </a:r>
          </a:p>
          <a:p>
            <a:r>
              <a:rPr lang="en-US" dirty="0"/>
              <a:t>Overall, the security design makes sure the system is safe, reliable, and trustworthy for both customers and staff</a:t>
            </a:r>
          </a:p>
        </p:txBody>
      </p:sp>
      <p:sp>
        <p:nvSpPr>
          <p:cNvPr id="4" name="Slide Number Placeholder 3"/>
          <p:cNvSpPr>
            <a:spLocks noGrp="1"/>
          </p:cNvSpPr>
          <p:nvPr>
            <p:ph type="sldNum" sz="quarter" idx="10"/>
          </p:nvPr>
        </p:nvSpPr>
        <p:spPr/>
        <p:txBody>
          <a:bodyPr/>
          <a:lstStyle/>
          <a:p>
            <a:fld id="{E0746DE6-3336-457D-A091-FA20AC1C536E}" type="slidenum">
              <a:rPr lang="en-US" smtClean="0"/>
              <a:t>5</a:t>
            </a:fld>
            <a:endParaRPr lang="en-US"/>
          </a:p>
        </p:txBody>
      </p:sp>
    </p:spTree>
    <p:extLst>
      <p:ext uri="{BB962C8B-B14F-4D97-AF65-F5344CB8AC3E}">
        <p14:creationId xmlns:p14="http://schemas.microsoft.com/office/powerpoint/2010/main" val="3491611575"/>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dirty="0"/>
              <a:t>Every system has certain limits, and it’s important to be upfront about them so everyone understands what the system can and cannot do. These limitations don’t prevent DriverPass from operating effectively, but they do help set realistic expectations.</a:t>
            </a:r>
          </a:p>
          <a:p>
            <a:pPr marL="0" marR="0" lvl="0" indent="0" algn="l" defTabSz="914400" rtl="0" eaLnBrk="1" fontAlgn="auto" latinLnBrk="0" hangingPunct="1">
              <a:lnSpc>
                <a:spcPct val="100000"/>
              </a:lnSpc>
              <a:spcBef>
                <a:spcPts val="0"/>
              </a:spcBef>
              <a:spcAft>
                <a:spcPts val="0"/>
              </a:spcAft>
              <a:buClrTx/>
              <a:buSzTx/>
              <a:buFontTx/>
              <a:buNone/>
              <a:tabLst/>
              <a:defRPr/>
            </a:pPr>
            <a:r>
              <a:rPr lang="en-US" dirty="0"/>
              <a:t>One limitation is that the system does not support offline use. Everything is designed to work through the internet so that schedules, test results, and customer information stay accurate and up to date. Allowing offline changes could lead to conflicting information, so keeping everything online helps maintain consistency.</a:t>
            </a:r>
          </a:p>
          <a:p>
            <a:pPr marL="0" marR="0" lvl="0" indent="0" algn="l" defTabSz="914400" rtl="0" eaLnBrk="1" fontAlgn="auto" latinLnBrk="0" hangingPunct="1">
              <a:lnSpc>
                <a:spcPct val="100000"/>
              </a:lnSpc>
              <a:spcBef>
                <a:spcPts val="0"/>
              </a:spcBef>
              <a:spcAft>
                <a:spcPts val="0"/>
              </a:spcAft>
              <a:buClrTx/>
              <a:buSzTx/>
              <a:buFontTx/>
              <a:buNone/>
              <a:tabLst/>
              <a:defRPr/>
            </a:pPr>
            <a:r>
              <a:rPr lang="en-US" dirty="0"/>
              <a:t>Another limitation is that some changes—such as adding or removing training packages—require help from a developer. The owner can turn packages on or off, but creating entirely new ones or removing old ones involves more behind‑the‑scenes work. This helps keep the system stable and prevents accidental changes that could affect pricing or scheduling.</a:t>
            </a:r>
          </a:p>
          <a:p>
            <a:pPr marL="0" marR="0" lvl="0" indent="0" algn="l" defTabSz="914400" rtl="0" eaLnBrk="1" fontAlgn="auto" latinLnBrk="0" hangingPunct="1">
              <a:lnSpc>
                <a:spcPct val="100000"/>
              </a:lnSpc>
              <a:spcBef>
                <a:spcPts val="0"/>
              </a:spcBef>
              <a:spcAft>
                <a:spcPts val="0"/>
              </a:spcAft>
              <a:buClrTx/>
              <a:buSzTx/>
              <a:buFontTx/>
              <a:buNone/>
              <a:tabLst/>
              <a:defRPr/>
            </a:pPr>
            <a:r>
              <a:rPr lang="en-US" dirty="0"/>
              <a:t>The system also depends on the DMV for certain updates, such as new rules or test questions. Because these updates come from an outside organization, DriverPass can only receive them when the DMV makes them available. This means there may occasionally be a delay before new information appears in the system.</a:t>
            </a:r>
          </a:p>
          <a:p>
            <a:pPr marL="0" marR="0" lvl="0" indent="0" algn="l" defTabSz="914400" rtl="0" eaLnBrk="1" fontAlgn="auto" latinLnBrk="0" hangingPunct="1">
              <a:lnSpc>
                <a:spcPct val="100000"/>
              </a:lnSpc>
              <a:spcBef>
                <a:spcPts val="0"/>
              </a:spcBef>
              <a:spcAft>
                <a:spcPts val="0"/>
              </a:spcAft>
              <a:buClrTx/>
              <a:buSzTx/>
              <a:buFontTx/>
              <a:buNone/>
              <a:tabLst/>
              <a:defRPr/>
            </a:pPr>
            <a:r>
              <a:rPr lang="en-US" dirty="0"/>
              <a:t>Finally, the system relies on a steady internet connection. If the internet is down, customers and staff won’t be able to access the system until the connection is restored. This is a common limitation for cloud‑based systems, but it’s important to keep in mind.</a:t>
            </a:r>
          </a:p>
          <a:p>
            <a:pPr marL="0" marR="0" lvl="0" indent="0" algn="l" defTabSz="914400" rtl="0" eaLnBrk="1" fontAlgn="auto" latinLnBrk="0" hangingPunct="1">
              <a:lnSpc>
                <a:spcPct val="100000"/>
              </a:lnSpc>
              <a:spcBef>
                <a:spcPts val="0"/>
              </a:spcBef>
              <a:spcAft>
                <a:spcPts val="0"/>
              </a:spcAft>
              <a:buClrTx/>
              <a:buSzTx/>
              <a:buFontTx/>
              <a:buNone/>
              <a:tabLst/>
              <a:defRPr/>
            </a:pPr>
            <a:r>
              <a:rPr lang="en-US" dirty="0"/>
              <a:t>Overall, these limitations are manageable and were considered carefully during the design. They help keep the system reliable, accurate, and aligned with </a:t>
            </a:r>
            <a:r>
              <a:rPr lang="en-US" dirty="0" err="1"/>
              <a:t>DriverPass’s</a:t>
            </a:r>
            <a:r>
              <a:rPr lang="en-US" dirty="0"/>
              <a:t> real‑world needs.</a:t>
            </a:r>
          </a:p>
        </p:txBody>
      </p:sp>
      <p:sp>
        <p:nvSpPr>
          <p:cNvPr id="4" name="Slide Number Placeholder 3"/>
          <p:cNvSpPr>
            <a:spLocks noGrp="1"/>
          </p:cNvSpPr>
          <p:nvPr>
            <p:ph type="sldNum" sz="quarter" idx="10"/>
          </p:nvPr>
        </p:nvSpPr>
        <p:spPr/>
        <p:txBody>
          <a:bodyPr/>
          <a:lstStyle/>
          <a:p>
            <a:fld id="{E0746DE6-3336-457D-A091-FA20AC1C536E}" type="slidenum">
              <a:rPr lang="en-US" smtClean="0"/>
              <a:t>6</a:t>
            </a:fld>
            <a:endParaRPr lang="en-US"/>
          </a:p>
        </p:txBody>
      </p:sp>
    </p:spTree>
    <p:extLst>
      <p:ext uri="{BB962C8B-B14F-4D97-AF65-F5344CB8AC3E}">
        <p14:creationId xmlns:p14="http://schemas.microsoft.com/office/powerpoint/2010/main" val="970660637"/>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E0391AB-F383-4237-A071-AD1C6E9246D2}"/>
              </a:ext>
            </a:extLst>
          </p:cNvPr>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p>
        </p:txBody>
      </p:sp>
      <p:sp>
        <p:nvSpPr>
          <p:cNvPr id="3" name="Subtitle 2">
            <a:extLst>
              <a:ext uri="{FF2B5EF4-FFF2-40B4-BE49-F238E27FC236}">
                <a16:creationId xmlns:a16="http://schemas.microsoft.com/office/drawing/2014/main" id="{7F6636DA-4FDE-4B32-8CCE-37EFA3E75799}"/>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p>
        </p:txBody>
      </p:sp>
      <p:sp>
        <p:nvSpPr>
          <p:cNvPr id="4" name="Date Placeholder 3">
            <a:extLst>
              <a:ext uri="{FF2B5EF4-FFF2-40B4-BE49-F238E27FC236}">
                <a16:creationId xmlns:a16="http://schemas.microsoft.com/office/drawing/2014/main" id="{30F87932-8FF0-4DF1-A776-9A3CE37618A7}"/>
              </a:ext>
            </a:extLst>
          </p:cNvPr>
          <p:cNvSpPr>
            <a:spLocks noGrp="1"/>
          </p:cNvSpPr>
          <p:nvPr>
            <p:ph type="dt" sz="half" idx="10"/>
          </p:nvPr>
        </p:nvSpPr>
        <p:spPr/>
        <p:txBody>
          <a:bodyPr/>
          <a:lstStyle/>
          <a:p>
            <a:fld id="{5D6495F3-B757-4FAF-98AA-EDA7D1485485}" type="datetimeFigureOut">
              <a:rPr lang="en-US" smtClean="0"/>
              <a:t>2/20/2026</a:t>
            </a:fld>
            <a:endParaRPr lang="en-US"/>
          </a:p>
        </p:txBody>
      </p:sp>
      <p:sp>
        <p:nvSpPr>
          <p:cNvPr id="5" name="Footer Placeholder 4">
            <a:extLst>
              <a:ext uri="{FF2B5EF4-FFF2-40B4-BE49-F238E27FC236}">
                <a16:creationId xmlns:a16="http://schemas.microsoft.com/office/drawing/2014/main" id="{5F38FAB8-C9F1-4DBB-B355-D8DEE370657B}"/>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F24490E3-D8E8-4766-9104-14009BF5636F}"/>
              </a:ext>
            </a:extLst>
          </p:cNvPr>
          <p:cNvSpPr>
            <a:spLocks noGrp="1"/>
          </p:cNvSpPr>
          <p:nvPr>
            <p:ph type="sldNum" sz="quarter" idx="12"/>
          </p:nvPr>
        </p:nvSpPr>
        <p:spPr/>
        <p:txBody>
          <a:bodyPr/>
          <a:lstStyle/>
          <a:p>
            <a:fld id="{EE1939C1-24D7-49E9-A58A-7960365209F5}" type="slidenum">
              <a:rPr lang="en-US" smtClean="0"/>
              <a:t>‹#›</a:t>
            </a:fld>
            <a:endParaRPr lang="en-US"/>
          </a:p>
        </p:txBody>
      </p:sp>
    </p:spTree>
    <p:extLst>
      <p:ext uri="{BB962C8B-B14F-4D97-AF65-F5344CB8AC3E}">
        <p14:creationId xmlns:p14="http://schemas.microsoft.com/office/powerpoint/2010/main" val="3456901949"/>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8CBC967-18DB-4664-9B4D-06177FB946B3}"/>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5ADF7174-64B4-4D8F-BF44-3DD1F66CAD00}"/>
              </a:ext>
            </a:extLst>
          </p:cNvPr>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55CD83D3-86C4-482F-A2DC-B4C55DBF3F7A}"/>
              </a:ext>
            </a:extLst>
          </p:cNvPr>
          <p:cNvSpPr>
            <a:spLocks noGrp="1"/>
          </p:cNvSpPr>
          <p:nvPr>
            <p:ph type="dt" sz="half" idx="10"/>
          </p:nvPr>
        </p:nvSpPr>
        <p:spPr/>
        <p:txBody>
          <a:bodyPr/>
          <a:lstStyle/>
          <a:p>
            <a:fld id="{5D6495F3-B757-4FAF-98AA-EDA7D1485485}" type="datetimeFigureOut">
              <a:rPr lang="en-US" smtClean="0"/>
              <a:t>2/20/2026</a:t>
            </a:fld>
            <a:endParaRPr lang="en-US"/>
          </a:p>
        </p:txBody>
      </p:sp>
      <p:sp>
        <p:nvSpPr>
          <p:cNvPr id="5" name="Footer Placeholder 4">
            <a:extLst>
              <a:ext uri="{FF2B5EF4-FFF2-40B4-BE49-F238E27FC236}">
                <a16:creationId xmlns:a16="http://schemas.microsoft.com/office/drawing/2014/main" id="{DCF05BE2-6C23-4CB4-A63E-457E635BF267}"/>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1C097965-24FE-4C07-BE16-69AE439950EF}"/>
              </a:ext>
            </a:extLst>
          </p:cNvPr>
          <p:cNvSpPr>
            <a:spLocks noGrp="1"/>
          </p:cNvSpPr>
          <p:nvPr>
            <p:ph type="sldNum" sz="quarter" idx="12"/>
          </p:nvPr>
        </p:nvSpPr>
        <p:spPr/>
        <p:txBody>
          <a:bodyPr/>
          <a:lstStyle/>
          <a:p>
            <a:fld id="{EE1939C1-24D7-49E9-A58A-7960365209F5}" type="slidenum">
              <a:rPr lang="en-US" smtClean="0"/>
              <a:t>‹#›</a:t>
            </a:fld>
            <a:endParaRPr lang="en-US"/>
          </a:p>
        </p:txBody>
      </p:sp>
    </p:spTree>
    <p:extLst>
      <p:ext uri="{BB962C8B-B14F-4D97-AF65-F5344CB8AC3E}">
        <p14:creationId xmlns:p14="http://schemas.microsoft.com/office/powerpoint/2010/main" val="1275768281"/>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233394D-04EF-440C-B08B-114464B315C6}"/>
              </a:ext>
            </a:extLst>
          </p:cNvPr>
          <p:cNvSpPr>
            <a:spLocks noGrp="1"/>
          </p:cNvSpPr>
          <p:nvPr>
            <p:ph type="title"/>
          </p:nvPr>
        </p:nvSpPr>
        <p:spPr>
          <a:xfrm>
            <a:off x="831850" y="1709738"/>
            <a:ext cx="10515600" cy="2852737"/>
          </a:xfrm>
        </p:spPr>
        <p:txBody>
          <a:bodyPr anchor="b"/>
          <a:lstStyle>
            <a:lvl1pPr>
              <a:defRPr sz="6000"/>
            </a:lvl1pPr>
          </a:lstStyle>
          <a:p>
            <a:r>
              <a:rPr lang="en-US"/>
              <a:t>Click to edit Master title style</a:t>
            </a:r>
          </a:p>
        </p:txBody>
      </p:sp>
      <p:sp>
        <p:nvSpPr>
          <p:cNvPr id="3" name="Text Placeholder 2">
            <a:extLst>
              <a:ext uri="{FF2B5EF4-FFF2-40B4-BE49-F238E27FC236}">
                <a16:creationId xmlns:a16="http://schemas.microsoft.com/office/drawing/2014/main" id="{BBEBE3F6-F021-4D6B-8B0D-EF74D7461F93}"/>
              </a:ext>
            </a:extLst>
          </p:cNvPr>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Click to edit Master text styles</a:t>
            </a:r>
          </a:p>
        </p:txBody>
      </p:sp>
      <p:sp>
        <p:nvSpPr>
          <p:cNvPr id="4" name="Date Placeholder 3">
            <a:extLst>
              <a:ext uri="{FF2B5EF4-FFF2-40B4-BE49-F238E27FC236}">
                <a16:creationId xmlns:a16="http://schemas.microsoft.com/office/drawing/2014/main" id="{B196233C-6806-4593-91C0-CF4ECD84A601}"/>
              </a:ext>
            </a:extLst>
          </p:cNvPr>
          <p:cNvSpPr>
            <a:spLocks noGrp="1"/>
          </p:cNvSpPr>
          <p:nvPr>
            <p:ph type="dt" sz="half" idx="10"/>
          </p:nvPr>
        </p:nvSpPr>
        <p:spPr/>
        <p:txBody>
          <a:bodyPr/>
          <a:lstStyle/>
          <a:p>
            <a:fld id="{5D6495F3-B757-4FAF-98AA-EDA7D1485485}" type="datetimeFigureOut">
              <a:rPr lang="en-US" smtClean="0"/>
              <a:t>2/20/2026</a:t>
            </a:fld>
            <a:endParaRPr lang="en-US"/>
          </a:p>
        </p:txBody>
      </p:sp>
      <p:sp>
        <p:nvSpPr>
          <p:cNvPr id="5" name="Footer Placeholder 4">
            <a:extLst>
              <a:ext uri="{FF2B5EF4-FFF2-40B4-BE49-F238E27FC236}">
                <a16:creationId xmlns:a16="http://schemas.microsoft.com/office/drawing/2014/main" id="{963A761E-2D3A-4397-A82C-2F3B981DE045}"/>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68297E71-B59F-4260-B01B-2B7CEB0896BD}"/>
              </a:ext>
            </a:extLst>
          </p:cNvPr>
          <p:cNvSpPr>
            <a:spLocks noGrp="1"/>
          </p:cNvSpPr>
          <p:nvPr>
            <p:ph type="sldNum" sz="quarter" idx="12"/>
          </p:nvPr>
        </p:nvSpPr>
        <p:spPr/>
        <p:txBody>
          <a:bodyPr/>
          <a:lstStyle/>
          <a:p>
            <a:fld id="{EE1939C1-24D7-49E9-A58A-7960365209F5}" type="slidenum">
              <a:rPr lang="en-US" smtClean="0"/>
              <a:t>‹#›</a:t>
            </a:fld>
            <a:endParaRPr lang="en-US"/>
          </a:p>
        </p:txBody>
      </p:sp>
    </p:spTree>
    <p:extLst>
      <p:ext uri="{BB962C8B-B14F-4D97-AF65-F5344CB8AC3E}">
        <p14:creationId xmlns:p14="http://schemas.microsoft.com/office/powerpoint/2010/main" val="1639326302"/>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C94DFCB-DD40-4637-9CAB-2BAF24231C79}"/>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5394065F-4B44-4622-98EE-166F936489F5}"/>
              </a:ext>
            </a:extLst>
          </p:cNvPr>
          <p:cNvSpPr>
            <a:spLocks noGrp="1"/>
          </p:cNvSpPr>
          <p:nvPr>
            <p:ph sz="half" idx="1"/>
          </p:nvPr>
        </p:nvSpPr>
        <p:spPr>
          <a:xfrm>
            <a:off x="838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a:extLst>
              <a:ext uri="{FF2B5EF4-FFF2-40B4-BE49-F238E27FC236}">
                <a16:creationId xmlns:a16="http://schemas.microsoft.com/office/drawing/2014/main" id="{67AF1249-B890-4466-9E24-84A24907008B}"/>
              </a:ext>
            </a:extLst>
          </p:cNvPr>
          <p:cNvSpPr>
            <a:spLocks noGrp="1"/>
          </p:cNvSpPr>
          <p:nvPr>
            <p:ph sz="half" idx="2"/>
          </p:nvPr>
        </p:nvSpPr>
        <p:spPr>
          <a:xfrm>
            <a:off x="6172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a:extLst>
              <a:ext uri="{FF2B5EF4-FFF2-40B4-BE49-F238E27FC236}">
                <a16:creationId xmlns:a16="http://schemas.microsoft.com/office/drawing/2014/main" id="{850FA9B4-D282-452F-B78A-FF5873ACF45A}"/>
              </a:ext>
            </a:extLst>
          </p:cNvPr>
          <p:cNvSpPr>
            <a:spLocks noGrp="1"/>
          </p:cNvSpPr>
          <p:nvPr>
            <p:ph type="dt" sz="half" idx="10"/>
          </p:nvPr>
        </p:nvSpPr>
        <p:spPr/>
        <p:txBody>
          <a:bodyPr/>
          <a:lstStyle/>
          <a:p>
            <a:fld id="{5D6495F3-B757-4FAF-98AA-EDA7D1485485}" type="datetimeFigureOut">
              <a:rPr lang="en-US" smtClean="0"/>
              <a:t>2/20/2026</a:t>
            </a:fld>
            <a:endParaRPr lang="en-US"/>
          </a:p>
        </p:txBody>
      </p:sp>
      <p:sp>
        <p:nvSpPr>
          <p:cNvPr id="6" name="Footer Placeholder 5">
            <a:extLst>
              <a:ext uri="{FF2B5EF4-FFF2-40B4-BE49-F238E27FC236}">
                <a16:creationId xmlns:a16="http://schemas.microsoft.com/office/drawing/2014/main" id="{6E9B0F13-A139-4B66-9544-16480800F680}"/>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7B8791D0-EC30-4D8C-8764-475D8DB34F19}"/>
              </a:ext>
            </a:extLst>
          </p:cNvPr>
          <p:cNvSpPr>
            <a:spLocks noGrp="1"/>
          </p:cNvSpPr>
          <p:nvPr>
            <p:ph type="sldNum" sz="quarter" idx="12"/>
          </p:nvPr>
        </p:nvSpPr>
        <p:spPr/>
        <p:txBody>
          <a:bodyPr/>
          <a:lstStyle/>
          <a:p>
            <a:fld id="{EE1939C1-24D7-49E9-A58A-7960365209F5}" type="slidenum">
              <a:rPr lang="en-US" smtClean="0"/>
              <a:t>‹#›</a:t>
            </a:fld>
            <a:endParaRPr lang="en-US"/>
          </a:p>
        </p:txBody>
      </p:sp>
    </p:spTree>
    <p:extLst>
      <p:ext uri="{BB962C8B-B14F-4D97-AF65-F5344CB8AC3E}">
        <p14:creationId xmlns:p14="http://schemas.microsoft.com/office/powerpoint/2010/main" val="1081502384"/>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133AA7D-15D2-4D5F-B1C4-501073416DE8}"/>
              </a:ext>
            </a:extLst>
          </p:cNvPr>
          <p:cNvSpPr>
            <a:spLocks noGrp="1"/>
          </p:cNvSpPr>
          <p:nvPr>
            <p:ph type="title"/>
          </p:nvPr>
        </p:nvSpPr>
        <p:spPr>
          <a:xfrm>
            <a:off x="839788" y="365125"/>
            <a:ext cx="10515600" cy="1325563"/>
          </a:xfrm>
        </p:spPr>
        <p:txBody>
          <a:bodyPr/>
          <a:lstStyle/>
          <a:p>
            <a:r>
              <a:rPr lang="en-US"/>
              <a:t>Click to edit Master title style</a:t>
            </a:r>
          </a:p>
        </p:txBody>
      </p:sp>
      <p:sp>
        <p:nvSpPr>
          <p:cNvPr id="3" name="Text Placeholder 2">
            <a:extLst>
              <a:ext uri="{FF2B5EF4-FFF2-40B4-BE49-F238E27FC236}">
                <a16:creationId xmlns:a16="http://schemas.microsoft.com/office/drawing/2014/main" id="{65E80A0E-25B9-4E8E-8B0D-201E1C564096}"/>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a:extLst>
              <a:ext uri="{FF2B5EF4-FFF2-40B4-BE49-F238E27FC236}">
                <a16:creationId xmlns:a16="http://schemas.microsoft.com/office/drawing/2014/main" id="{3189B111-0CA0-47CD-9F0B-DBCBA3AE3C28}"/>
              </a:ext>
            </a:extLst>
          </p:cNvPr>
          <p:cNvSpPr>
            <a:spLocks noGrp="1"/>
          </p:cNvSpPr>
          <p:nvPr>
            <p:ph sz="half" idx="2"/>
          </p:nvPr>
        </p:nvSpPr>
        <p:spPr>
          <a:xfrm>
            <a:off x="839788" y="2505075"/>
            <a:ext cx="515778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a:extLst>
              <a:ext uri="{FF2B5EF4-FFF2-40B4-BE49-F238E27FC236}">
                <a16:creationId xmlns:a16="http://schemas.microsoft.com/office/drawing/2014/main" id="{EEF0E02D-3176-4B85-ACB6-721F2682742C}"/>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a:extLst>
              <a:ext uri="{FF2B5EF4-FFF2-40B4-BE49-F238E27FC236}">
                <a16:creationId xmlns:a16="http://schemas.microsoft.com/office/drawing/2014/main" id="{EC7D9317-BBE1-4F36-82FE-E348F6F18A97}"/>
              </a:ext>
            </a:extLst>
          </p:cNvPr>
          <p:cNvSpPr>
            <a:spLocks noGrp="1"/>
          </p:cNvSpPr>
          <p:nvPr>
            <p:ph sz="quarter" idx="4"/>
          </p:nvPr>
        </p:nvSpPr>
        <p:spPr>
          <a:xfrm>
            <a:off x="6172200" y="2505075"/>
            <a:ext cx="51831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a:extLst>
              <a:ext uri="{FF2B5EF4-FFF2-40B4-BE49-F238E27FC236}">
                <a16:creationId xmlns:a16="http://schemas.microsoft.com/office/drawing/2014/main" id="{D837DDCB-69F8-49FA-A111-C8AB271389E7}"/>
              </a:ext>
            </a:extLst>
          </p:cNvPr>
          <p:cNvSpPr>
            <a:spLocks noGrp="1"/>
          </p:cNvSpPr>
          <p:nvPr>
            <p:ph type="dt" sz="half" idx="10"/>
          </p:nvPr>
        </p:nvSpPr>
        <p:spPr/>
        <p:txBody>
          <a:bodyPr/>
          <a:lstStyle/>
          <a:p>
            <a:fld id="{5D6495F3-B757-4FAF-98AA-EDA7D1485485}" type="datetimeFigureOut">
              <a:rPr lang="en-US" smtClean="0"/>
              <a:t>2/20/2026</a:t>
            </a:fld>
            <a:endParaRPr lang="en-US"/>
          </a:p>
        </p:txBody>
      </p:sp>
      <p:sp>
        <p:nvSpPr>
          <p:cNvPr id="8" name="Footer Placeholder 7">
            <a:extLst>
              <a:ext uri="{FF2B5EF4-FFF2-40B4-BE49-F238E27FC236}">
                <a16:creationId xmlns:a16="http://schemas.microsoft.com/office/drawing/2014/main" id="{4A18B0CD-1F68-412E-9232-F267114CA754}"/>
              </a:ext>
            </a:extLst>
          </p:cNvPr>
          <p:cNvSpPr>
            <a:spLocks noGrp="1"/>
          </p:cNvSpPr>
          <p:nvPr>
            <p:ph type="ftr" sz="quarter" idx="11"/>
          </p:nvPr>
        </p:nvSpPr>
        <p:spPr/>
        <p:txBody>
          <a:bodyPr/>
          <a:lstStyle/>
          <a:p>
            <a:endParaRPr lang="en-US"/>
          </a:p>
        </p:txBody>
      </p:sp>
      <p:sp>
        <p:nvSpPr>
          <p:cNvPr id="9" name="Slide Number Placeholder 8">
            <a:extLst>
              <a:ext uri="{FF2B5EF4-FFF2-40B4-BE49-F238E27FC236}">
                <a16:creationId xmlns:a16="http://schemas.microsoft.com/office/drawing/2014/main" id="{429B21FC-12CC-472D-BC38-EF413158CC5D}"/>
              </a:ext>
            </a:extLst>
          </p:cNvPr>
          <p:cNvSpPr>
            <a:spLocks noGrp="1"/>
          </p:cNvSpPr>
          <p:nvPr>
            <p:ph type="sldNum" sz="quarter" idx="12"/>
          </p:nvPr>
        </p:nvSpPr>
        <p:spPr/>
        <p:txBody>
          <a:bodyPr/>
          <a:lstStyle/>
          <a:p>
            <a:fld id="{EE1939C1-24D7-49E9-A58A-7960365209F5}" type="slidenum">
              <a:rPr lang="en-US" smtClean="0"/>
              <a:t>‹#›</a:t>
            </a:fld>
            <a:endParaRPr lang="en-US"/>
          </a:p>
        </p:txBody>
      </p:sp>
    </p:spTree>
    <p:extLst>
      <p:ext uri="{BB962C8B-B14F-4D97-AF65-F5344CB8AC3E}">
        <p14:creationId xmlns:p14="http://schemas.microsoft.com/office/powerpoint/2010/main" val="1894143290"/>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00F51AB-8384-4E67-914C-B39484AD2332}"/>
              </a:ext>
            </a:extLst>
          </p:cNvPr>
          <p:cNvSpPr>
            <a:spLocks noGrp="1"/>
          </p:cNvSpPr>
          <p:nvPr>
            <p:ph type="title"/>
          </p:nvPr>
        </p:nvSpPr>
        <p:spPr/>
        <p:txBody>
          <a:bodyPr/>
          <a:lstStyle/>
          <a:p>
            <a:r>
              <a:rPr lang="en-US"/>
              <a:t>Click to edit Master title style</a:t>
            </a:r>
          </a:p>
        </p:txBody>
      </p:sp>
      <p:sp>
        <p:nvSpPr>
          <p:cNvPr id="3" name="Date Placeholder 2">
            <a:extLst>
              <a:ext uri="{FF2B5EF4-FFF2-40B4-BE49-F238E27FC236}">
                <a16:creationId xmlns:a16="http://schemas.microsoft.com/office/drawing/2014/main" id="{A0909660-3861-4545-BF68-9ED039B5D0F0}"/>
              </a:ext>
            </a:extLst>
          </p:cNvPr>
          <p:cNvSpPr>
            <a:spLocks noGrp="1"/>
          </p:cNvSpPr>
          <p:nvPr>
            <p:ph type="dt" sz="half" idx="10"/>
          </p:nvPr>
        </p:nvSpPr>
        <p:spPr/>
        <p:txBody>
          <a:bodyPr/>
          <a:lstStyle/>
          <a:p>
            <a:fld id="{5D6495F3-B757-4FAF-98AA-EDA7D1485485}" type="datetimeFigureOut">
              <a:rPr lang="en-US" smtClean="0"/>
              <a:t>2/20/2026</a:t>
            </a:fld>
            <a:endParaRPr lang="en-US"/>
          </a:p>
        </p:txBody>
      </p:sp>
      <p:sp>
        <p:nvSpPr>
          <p:cNvPr id="4" name="Footer Placeholder 3">
            <a:extLst>
              <a:ext uri="{FF2B5EF4-FFF2-40B4-BE49-F238E27FC236}">
                <a16:creationId xmlns:a16="http://schemas.microsoft.com/office/drawing/2014/main" id="{FDDD5392-AC3A-4EAF-ADE6-B6CF4B50ACAD}"/>
              </a:ext>
            </a:extLst>
          </p:cNvPr>
          <p:cNvSpPr>
            <a:spLocks noGrp="1"/>
          </p:cNvSpPr>
          <p:nvPr>
            <p:ph type="ftr" sz="quarter" idx="11"/>
          </p:nvPr>
        </p:nvSpPr>
        <p:spPr/>
        <p:txBody>
          <a:bodyPr/>
          <a:lstStyle/>
          <a:p>
            <a:endParaRPr lang="en-US"/>
          </a:p>
        </p:txBody>
      </p:sp>
      <p:sp>
        <p:nvSpPr>
          <p:cNvPr id="5" name="Slide Number Placeholder 4">
            <a:extLst>
              <a:ext uri="{FF2B5EF4-FFF2-40B4-BE49-F238E27FC236}">
                <a16:creationId xmlns:a16="http://schemas.microsoft.com/office/drawing/2014/main" id="{F5679880-BF48-4F4D-B8B3-4E99FC415FF9}"/>
              </a:ext>
            </a:extLst>
          </p:cNvPr>
          <p:cNvSpPr>
            <a:spLocks noGrp="1"/>
          </p:cNvSpPr>
          <p:nvPr>
            <p:ph type="sldNum" sz="quarter" idx="12"/>
          </p:nvPr>
        </p:nvSpPr>
        <p:spPr/>
        <p:txBody>
          <a:bodyPr/>
          <a:lstStyle/>
          <a:p>
            <a:fld id="{EE1939C1-24D7-49E9-A58A-7960365209F5}" type="slidenum">
              <a:rPr lang="en-US" smtClean="0"/>
              <a:t>‹#›</a:t>
            </a:fld>
            <a:endParaRPr lang="en-US"/>
          </a:p>
        </p:txBody>
      </p:sp>
    </p:spTree>
    <p:extLst>
      <p:ext uri="{BB962C8B-B14F-4D97-AF65-F5344CB8AC3E}">
        <p14:creationId xmlns:p14="http://schemas.microsoft.com/office/powerpoint/2010/main" val="1351489092"/>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C7F98E25-CF37-4F73-9E22-210238167867}"/>
              </a:ext>
            </a:extLst>
          </p:cNvPr>
          <p:cNvSpPr>
            <a:spLocks noGrp="1"/>
          </p:cNvSpPr>
          <p:nvPr>
            <p:ph type="dt" sz="half" idx="10"/>
          </p:nvPr>
        </p:nvSpPr>
        <p:spPr/>
        <p:txBody>
          <a:bodyPr/>
          <a:lstStyle/>
          <a:p>
            <a:fld id="{5D6495F3-B757-4FAF-98AA-EDA7D1485485}" type="datetimeFigureOut">
              <a:rPr lang="en-US" smtClean="0"/>
              <a:t>2/20/2026</a:t>
            </a:fld>
            <a:endParaRPr lang="en-US"/>
          </a:p>
        </p:txBody>
      </p:sp>
      <p:sp>
        <p:nvSpPr>
          <p:cNvPr id="3" name="Footer Placeholder 2">
            <a:extLst>
              <a:ext uri="{FF2B5EF4-FFF2-40B4-BE49-F238E27FC236}">
                <a16:creationId xmlns:a16="http://schemas.microsoft.com/office/drawing/2014/main" id="{89D7A0E1-38AB-4FDA-8EC1-2D7617909C16}"/>
              </a:ext>
            </a:extLst>
          </p:cNvPr>
          <p:cNvSpPr>
            <a:spLocks noGrp="1"/>
          </p:cNvSpPr>
          <p:nvPr>
            <p:ph type="ftr" sz="quarter" idx="11"/>
          </p:nvPr>
        </p:nvSpPr>
        <p:spPr/>
        <p:txBody>
          <a:bodyPr/>
          <a:lstStyle/>
          <a:p>
            <a:endParaRPr lang="en-US"/>
          </a:p>
        </p:txBody>
      </p:sp>
      <p:sp>
        <p:nvSpPr>
          <p:cNvPr id="4" name="Slide Number Placeholder 3">
            <a:extLst>
              <a:ext uri="{FF2B5EF4-FFF2-40B4-BE49-F238E27FC236}">
                <a16:creationId xmlns:a16="http://schemas.microsoft.com/office/drawing/2014/main" id="{18A8E424-5A91-4557-9ADF-4A9422A0690D}"/>
              </a:ext>
            </a:extLst>
          </p:cNvPr>
          <p:cNvSpPr>
            <a:spLocks noGrp="1"/>
          </p:cNvSpPr>
          <p:nvPr>
            <p:ph type="sldNum" sz="quarter" idx="12"/>
          </p:nvPr>
        </p:nvSpPr>
        <p:spPr/>
        <p:txBody>
          <a:bodyPr/>
          <a:lstStyle/>
          <a:p>
            <a:fld id="{EE1939C1-24D7-49E9-A58A-7960365209F5}" type="slidenum">
              <a:rPr lang="en-US" smtClean="0"/>
              <a:t>‹#›</a:t>
            </a:fld>
            <a:endParaRPr lang="en-US"/>
          </a:p>
        </p:txBody>
      </p:sp>
    </p:spTree>
    <p:extLst>
      <p:ext uri="{BB962C8B-B14F-4D97-AF65-F5344CB8AC3E}">
        <p14:creationId xmlns:p14="http://schemas.microsoft.com/office/powerpoint/2010/main" val="497802769"/>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06BB935-0427-44CC-A384-333EAD83175F}"/>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Content Placeholder 2">
            <a:extLst>
              <a:ext uri="{FF2B5EF4-FFF2-40B4-BE49-F238E27FC236}">
                <a16:creationId xmlns:a16="http://schemas.microsoft.com/office/drawing/2014/main" id="{CCB9DCF6-55CF-43EE-B135-BFC4B4D403CE}"/>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a:extLst>
              <a:ext uri="{FF2B5EF4-FFF2-40B4-BE49-F238E27FC236}">
                <a16:creationId xmlns:a16="http://schemas.microsoft.com/office/drawing/2014/main" id="{4337538E-A112-4E8F-A445-1A06B0C35309}"/>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E530D413-9505-4ED8-BFF1-5141BE9EE3C4}"/>
              </a:ext>
            </a:extLst>
          </p:cNvPr>
          <p:cNvSpPr>
            <a:spLocks noGrp="1"/>
          </p:cNvSpPr>
          <p:nvPr>
            <p:ph type="dt" sz="half" idx="10"/>
          </p:nvPr>
        </p:nvSpPr>
        <p:spPr/>
        <p:txBody>
          <a:bodyPr/>
          <a:lstStyle/>
          <a:p>
            <a:fld id="{5D6495F3-B757-4FAF-98AA-EDA7D1485485}" type="datetimeFigureOut">
              <a:rPr lang="en-US" smtClean="0"/>
              <a:t>2/20/2026</a:t>
            </a:fld>
            <a:endParaRPr lang="en-US"/>
          </a:p>
        </p:txBody>
      </p:sp>
      <p:sp>
        <p:nvSpPr>
          <p:cNvPr id="6" name="Footer Placeholder 5">
            <a:extLst>
              <a:ext uri="{FF2B5EF4-FFF2-40B4-BE49-F238E27FC236}">
                <a16:creationId xmlns:a16="http://schemas.microsoft.com/office/drawing/2014/main" id="{F60815B0-4528-4FA2-8472-8F19C0F1650D}"/>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B5C9FCEF-4406-4552-BFE4-6DA3761357F2}"/>
              </a:ext>
            </a:extLst>
          </p:cNvPr>
          <p:cNvSpPr>
            <a:spLocks noGrp="1"/>
          </p:cNvSpPr>
          <p:nvPr>
            <p:ph type="sldNum" sz="quarter" idx="12"/>
          </p:nvPr>
        </p:nvSpPr>
        <p:spPr/>
        <p:txBody>
          <a:bodyPr/>
          <a:lstStyle/>
          <a:p>
            <a:fld id="{EE1939C1-24D7-49E9-A58A-7960365209F5}" type="slidenum">
              <a:rPr lang="en-US" smtClean="0"/>
              <a:t>‹#›</a:t>
            </a:fld>
            <a:endParaRPr lang="en-US"/>
          </a:p>
        </p:txBody>
      </p:sp>
    </p:spTree>
    <p:extLst>
      <p:ext uri="{BB962C8B-B14F-4D97-AF65-F5344CB8AC3E}">
        <p14:creationId xmlns:p14="http://schemas.microsoft.com/office/powerpoint/2010/main" val="3754063568"/>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25CE22C-69D4-49EC-8858-787B3C67B0DA}"/>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Picture Placeholder 2">
            <a:extLst>
              <a:ext uri="{FF2B5EF4-FFF2-40B4-BE49-F238E27FC236}">
                <a16:creationId xmlns:a16="http://schemas.microsoft.com/office/drawing/2014/main" id="{346A4341-3C0B-4025-AE17-8F0F8FABF5D3}"/>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a:t>Click icon to add picture</a:t>
            </a:r>
          </a:p>
        </p:txBody>
      </p:sp>
      <p:sp>
        <p:nvSpPr>
          <p:cNvPr id="4" name="Text Placeholder 3">
            <a:extLst>
              <a:ext uri="{FF2B5EF4-FFF2-40B4-BE49-F238E27FC236}">
                <a16:creationId xmlns:a16="http://schemas.microsoft.com/office/drawing/2014/main" id="{DEF5FF01-E0B6-419C-ABCC-70844E4EACB8}"/>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92501218-FFD7-4F25-B220-F5DE5F70693C}"/>
              </a:ext>
            </a:extLst>
          </p:cNvPr>
          <p:cNvSpPr>
            <a:spLocks noGrp="1"/>
          </p:cNvSpPr>
          <p:nvPr>
            <p:ph type="dt" sz="half" idx="10"/>
          </p:nvPr>
        </p:nvSpPr>
        <p:spPr/>
        <p:txBody>
          <a:bodyPr/>
          <a:lstStyle/>
          <a:p>
            <a:fld id="{5D6495F3-B757-4FAF-98AA-EDA7D1485485}" type="datetimeFigureOut">
              <a:rPr lang="en-US" smtClean="0"/>
              <a:t>2/20/2026</a:t>
            </a:fld>
            <a:endParaRPr lang="en-US"/>
          </a:p>
        </p:txBody>
      </p:sp>
      <p:sp>
        <p:nvSpPr>
          <p:cNvPr id="6" name="Footer Placeholder 5">
            <a:extLst>
              <a:ext uri="{FF2B5EF4-FFF2-40B4-BE49-F238E27FC236}">
                <a16:creationId xmlns:a16="http://schemas.microsoft.com/office/drawing/2014/main" id="{9687CBFB-34A6-49D8-A1D2-45DF38876EED}"/>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0C2726A4-D33A-486A-B120-648AF3D8BA76}"/>
              </a:ext>
            </a:extLst>
          </p:cNvPr>
          <p:cNvSpPr>
            <a:spLocks noGrp="1"/>
          </p:cNvSpPr>
          <p:nvPr>
            <p:ph type="sldNum" sz="quarter" idx="12"/>
          </p:nvPr>
        </p:nvSpPr>
        <p:spPr/>
        <p:txBody>
          <a:bodyPr/>
          <a:lstStyle/>
          <a:p>
            <a:fld id="{EE1939C1-24D7-49E9-A58A-7960365209F5}" type="slidenum">
              <a:rPr lang="en-US" smtClean="0"/>
              <a:t>‹#›</a:t>
            </a:fld>
            <a:endParaRPr lang="en-US"/>
          </a:p>
        </p:txBody>
      </p:sp>
    </p:spTree>
    <p:extLst>
      <p:ext uri="{BB962C8B-B14F-4D97-AF65-F5344CB8AC3E}">
        <p14:creationId xmlns:p14="http://schemas.microsoft.com/office/powerpoint/2010/main" val="26447433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03B8678-553E-4A5B-8CFE-5DB358BDF358}"/>
              </a:ext>
            </a:extLst>
          </p:cNvPr>
          <p:cNvSpPr>
            <a:spLocks noGrp="1"/>
          </p:cNvSpPr>
          <p:nvPr>
            <p:ph type="title"/>
          </p:nvPr>
        </p:nvSpPr>
        <p:spPr/>
        <p:txBody>
          <a:bodyPr/>
          <a:lstStyle/>
          <a:p>
            <a:r>
              <a:rPr lang="en-US"/>
              <a:t>Click to edit Master title style</a:t>
            </a:r>
          </a:p>
        </p:txBody>
      </p:sp>
      <p:sp>
        <p:nvSpPr>
          <p:cNvPr id="3" name="Vertical Text Placeholder 2">
            <a:extLst>
              <a:ext uri="{FF2B5EF4-FFF2-40B4-BE49-F238E27FC236}">
                <a16:creationId xmlns:a16="http://schemas.microsoft.com/office/drawing/2014/main" id="{E43AF303-1F73-4575-83E6-561589F1632E}"/>
              </a:ext>
            </a:extLst>
          </p:cNvPr>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2436EC56-7DCF-400D-A871-C26291EB10AD}"/>
              </a:ext>
            </a:extLst>
          </p:cNvPr>
          <p:cNvSpPr>
            <a:spLocks noGrp="1"/>
          </p:cNvSpPr>
          <p:nvPr>
            <p:ph type="dt" sz="half" idx="10"/>
          </p:nvPr>
        </p:nvSpPr>
        <p:spPr/>
        <p:txBody>
          <a:bodyPr/>
          <a:lstStyle/>
          <a:p>
            <a:fld id="{5D6495F3-B757-4FAF-98AA-EDA7D1485485}" type="datetimeFigureOut">
              <a:rPr lang="en-US" smtClean="0"/>
              <a:t>2/20/2026</a:t>
            </a:fld>
            <a:endParaRPr lang="en-US"/>
          </a:p>
        </p:txBody>
      </p:sp>
      <p:sp>
        <p:nvSpPr>
          <p:cNvPr id="5" name="Footer Placeholder 4">
            <a:extLst>
              <a:ext uri="{FF2B5EF4-FFF2-40B4-BE49-F238E27FC236}">
                <a16:creationId xmlns:a16="http://schemas.microsoft.com/office/drawing/2014/main" id="{17FFAC5B-7C77-4F8C-ADB0-8D208A2EB303}"/>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BD2F48AF-AB8F-4DD2-BC77-7E2F42AD3B87}"/>
              </a:ext>
            </a:extLst>
          </p:cNvPr>
          <p:cNvSpPr>
            <a:spLocks noGrp="1"/>
          </p:cNvSpPr>
          <p:nvPr>
            <p:ph type="sldNum" sz="quarter" idx="12"/>
          </p:nvPr>
        </p:nvSpPr>
        <p:spPr/>
        <p:txBody>
          <a:bodyPr/>
          <a:lstStyle/>
          <a:p>
            <a:fld id="{EE1939C1-24D7-49E9-A58A-7960365209F5}" type="slidenum">
              <a:rPr lang="en-US" smtClean="0"/>
              <a:t>‹#›</a:t>
            </a:fld>
            <a:endParaRPr lang="en-US"/>
          </a:p>
        </p:txBody>
      </p:sp>
    </p:spTree>
    <p:extLst>
      <p:ext uri="{BB962C8B-B14F-4D97-AF65-F5344CB8AC3E}">
        <p14:creationId xmlns:p14="http://schemas.microsoft.com/office/powerpoint/2010/main" val="3187317852"/>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A20ED820-BFE6-41B5-8064-984037A999A8}"/>
              </a:ext>
            </a:extLst>
          </p:cNvPr>
          <p:cNvSpPr>
            <a:spLocks noGrp="1"/>
          </p:cNvSpPr>
          <p:nvPr>
            <p:ph type="title" orient="vert"/>
          </p:nvPr>
        </p:nvSpPr>
        <p:spPr>
          <a:xfrm>
            <a:off x="8724900" y="365125"/>
            <a:ext cx="2628900" cy="5811838"/>
          </a:xfrm>
        </p:spPr>
        <p:txBody>
          <a:bodyPr vert="eaVert"/>
          <a:lstStyle/>
          <a:p>
            <a:r>
              <a:rPr lang="en-US"/>
              <a:t>Click to edit Master title style</a:t>
            </a:r>
          </a:p>
        </p:txBody>
      </p:sp>
      <p:sp>
        <p:nvSpPr>
          <p:cNvPr id="3" name="Vertical Text Placeholder 2">
            <a:extLst>
              <a:ext uri="{FF2B5EF4-FFF2-40B4-BE49-F238E27FC236}">
                <a16:creationId xmlns:a16="http://schemas.microsoft.com/office/drawing/2014/main" id="{9CA27FEA-5359-474A-B4F8-FF510DD7489A}"/>
              </a:ext>
            </a:extLst>
          </p:cNvPr>
          <p:cNvSpPr>
            <a:spLocks noGrp="1"/>
          </p:cNvSpPr>
          <p:nvPr>
            <p:ph type="body" orient="vert" idx="1"/>
          </p:nvPr>
        </p:nvSpPr>
        <p:spPr>
          <a:xfrm>
            <a:off x="838200" y="365125"/>
            <a:ext cx="7734300"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D14DD33D-563C-4B8C-B8C1-625FF5C5B85D}"/>
              </a:ext>
            </a:extLst>
          </p:cNvPr>
          <p:cNvSpPr>
            <a:spLocks noGrp="1"/>
          </p:cNvSpPr>
          <p:nvPr>
            <p:ph type="dt" sz="half" idx="10"/>
          </p:nvPr>
        </p:nvSpPr>
        <p:spPr/>
        <p:txBody>
          <a:bodyPr/>
          <a:lstStyle/>
          <a:p>
            <a:fld id="{5D6495F3-B757-4FAF-98AA-EDA7D1485485}" type="datetimeFigureOut">
              <a:rPr lang="en-US" smtClean="0"/>
              <a:t>2/20/2026</a:t>
            </a:fld>
            <a:endParaRPr lang="en-US"/>
          </a:p>
        </p:txBody>
      </p:sp>
      <p:sp>
        <p:nvSpPr>
          <p:cNvPr id="5" name="Footer Placeholder 4">
            <a:extLst>
              <a:ext uri="{FF2B5EF4-FFF2-40B4-BE49-F238E27FC236}">
                <a16:creationId xmlns:a16="http://schemas.microsoft.com/office/drawing/2014/main" id="{40471877-89FD-46BE-832F-C5660A5567D2}"/>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0E6E675F-CC4D-48CF-90C8-53829EE08B8C}"/>
              </a:ext>
            </a:extLst>
          </p:cNvPr>
          <p:cNvSpPr>
            <a:spLocks noGrp="1"/>
          </p:cNvSpPr>
          <p:nvPr>
            <p:ph type="sldNum" sz="quarter" idx="12"/>
          </p:nvPr>
        </p:nvSpPr>
        <p:spPr/>
        <p:txBody>
          <a:bodyPr/>
          <a:lstStyle/>
          <a:p>
            <a:fld id="{EE1939C1-24D7-49E9-A58A-7960365209F5}" type="slidenum">
              <a:rPr lang="en-US" smtClean="0"/>
              <a:t>‹#›</a:t>
            </a:fld>
            <a:endParaRPr lang="en-US"/>
          </a:p>
        </p:txBody>
      </p:sp>
    </p:spTree>
    <p:extLst>
      <p:ext uri="{BB962C8B-B14F-4D97-AF65-F5344CB8AC3E}">
        <p14:creationId xmlns:p14="http://schemas.microsoft.com/office/powerpoint/2010/main" val="2454621658"/>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9C07C8C3-4165-4353-ABF2-492454AF91ED}"/>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a:extLst>
              <a:ext uri="{FF2B5EF4-FFF2-40B4-BE49-F238E27FC236}">
                <a16:creationId xmlns:a16="http://schemas.microsoft.com/office/drawing/2014/main" id="{289AA46A-3C66-4E4A-9907-225E50ABB7AE}"/>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E57F8214-A11A-4309-9D51-44F35987D1BD}"/>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D6495F3-B757-4FAF-98AA-EDA7D1485485}" type="datetimeFigureOut">
              <a:rPr lang="en-US" smtClean="0"/>
              <a:t>2/20/2026</a:t>
            </a:fld>
            <a:endParaRPr lang="en-US"/>
          </a:p>
        </p:txBody>
      </p:sp>
      <p:sp>
        <p:nvSpPr>
          <p:cNvPr id="5" name="Footer Placeholder 4">
            <a:extLst>
              <a:ext uri="{FF2B5EF4-FFF2-40B4-BE49-F238E27FC236}">
                <a16:creationId xmlns:a16="http://schemas.microsoft.com/office/drawing/2014/main" id="{D6A334EB-8260-4F13-9553-5A8593D9DC6B}"/>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a:extLst>
              <a:ext uri="{FF2B5EF4-FFF2-40B4-BE49-F238E27FC236}">
                <a16:creationId xmlns:a16="http://schemas.microsoft.com/office/drawing/2014/main" id="{00C1EF96-E028-4E68-864E-9B77CF9F25E0}"/>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EE1939C1-24D7-49E9-A58A-7960365209F5}" type="slidenum">
              <a:rPr lang="en-US" smtClean="0"/>
              <a:t>‹#›</a:t>
            </a:fld>
            <a:endParaRPr lang="en-US"/>
          </a:p>
        </p:txBody>
      </p:sp>
    </p:spTree>
    <p:extLst>
      <p:ext uri="{BB962C8B-B14F-4D97-AF65-F5344CB8AC3E}">
        <p14:creationId xmlns:p14="http://schemas.microsoft.com/office/powerpoint/2010/main" val="1825945004"/>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notesSlide" Target="../notesSlides/notesSlide1.xml"/><Relationship Id="rId2" Type="http://schemas.openxmlformats.org/officeDocument/2006/relationships/slideLayout" Target="../slideLayouts/slideLayout1.xml"/><Relationship Id="rId1" Type="http://schemas.openxmlformats.org/officeDocument/2006/relationships/tags" Target="../tags/tag2.xml"/><Relationship Id="rId4" Type="http://schemas.openxmlformats.org/officeDocument/2006/relationships/image" Target="../media/image1.png"/></Relationships>
</file>

<file path=ppt/slides/_rels/slide2.xml.rels><?xml version="1.0" encoding="UTF-8" standalone="yes"?>
<Relationships xmlns="http://schemas.openxmlformats.org/package/2006/relationships"><Relationship Id="rId3" Type="http://schemas.openxmlformats.org/officeDocument/2006/relationships/notesSlide" Target="../notesSlides/notesSlide2.xml"/><Relationship Id="rId2" Type="http://schemas.openxmlformats.org/officeDocument/2006/relationships/slideLayout" Target="../slideLayouts/slideLayout2.xml"/><Relationship Id="rId1" Type="http://schemas.openxmlformats.org/officeDocument/2006/relationships/tags" Target="../tags/tag3.xml"/><Relationship Id="rId4" Type="http://schemas.openxmlformats.org/officeDocument/2006/relationships/image" Target="../media/image2.png"/></Relationships>
</file>

<file path=ppt/slides/_rels/slide3.xml.rels><?xml version="1.0" encoding="UTF-8" standalone="yes"?>
<Relationships xmlns="http://schemas.openxmlformats.org/package/2006/relationships"><Relationship Id="rId3" Type="http://schemas.openxmlformats.org/officeDocument/2006/relationships/notesSlide" Target="../notesSlides/notesSlide3.xml"/><Relationship Id="rId2" Type="http://schemas.openxmlformats.org/officeDocument/2006/relationships/slideLayout" Target="../slideLayouts/slideLayout2.xml"/><Relationship Id="rId1" Type="http://schemas.openxmlformats.org/officeDocument/2006/relationships/tags" Target="../tags/tag4.xml"/><Relationship Id="rId4" Type="http://schemas.openxmlformats.org/officeDocument/2006/relationships/image" Target="../media/image2.png"/></Relationships>
</file>

<file path=ppt/slides/_rels/slide4.xml.rels><?xml version="1.0" encoding="UTF-8" standalone="yes"?>
<Relationships xmlns="http://schemas.openxmlformats.org/package/2006/relationships"><Relationship Id="rId3" Type="http://schemas.openxmlformats.org/officeDocument/2006/relationships/notesSlide" Target="../notesSlides/notesSlide4.xml"/><Relationship Id="rId2" Type="http://schemas.openxmlformats.org/officeDocument/2006/relationships/slideLayout" Target="../slideLayouts/slideLayout2.xml"/><Relationship Id="rId1" Type="http://schemas.openxmlformats.org/officeDocument/2006/relationships/tags" Target="../tags/tag5.xml"/><Relationship Id="rId4" Type="http://schemas.openxmlformats.org/officeDocument/2006/relationships/image" Target="../media/image2.png"/></Relationships>
</file>

<file path=ppt/slides/_rels/slide5.xml.rels><?xml version="1.0" encoding="UTF-8" standalone="yes"?>
<Relationships xmlns="http://schemas.openxmlformats.org/package/2006/relationships"><Relationship Id="rId3" Type="http://schemas.openxmlformats.org/officeDocument/2006/relationships/notesSlide" Target="../notesSlides/notesSlide5.xml"/><Relationship Id="rId2" Type="http://schemas.openxmlformats.org/officeDocument/2006/relationships/slideLayout" Target="../slideLayouts/slideLayout2.xml"/><Relationship Id="rId1" Type="http://schemas.openxmlformats.org/officeDocument/2006/relationships/tags" Target="../tags/tag6.xml"/><Relationship Id="rId4" Type="http://schemas.openxmlformats.org/officeDocument/2006/relationships/image" Target="../media/image2.png"/></Relationships>
</file>

<file path=ppt/slides/_rels/slide6.xml.rels><?xml version="1.0" encoding="UTF-8" standalone="yes"?>
<Relationships xmlns="http://schemas.openxmlformats.org/package/2006/relationships"><Relationship Id="rId3" Type="http://schemas.openxmlformats.org/officeDocument/2006/relationships/notesSlide" Target="../notesSlides/notesSlide6.xml"/><Relationship Id="rId2" Type="http://schemas.openxmlformats.org/officeDocument/2006/relationships/slideLayout" Target="../slideLayouts/slideLayout2.xml"/><Relationship Id="rId1" Type="http://schemas.openxmlformats.org/officeDocument/2006/relationships/tags" Target="../tags/tag7.xml"/><Relationship Id="rId4" Type="http://schemas.openxmlformats.org/officeDocument/2006/relationships/image" Target="../media/image2.png"/></Relationships>
</file>

<file path=ppt/slides/slide1.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9" name="Rectangle 8">
            <a:extLst>
              <a:ext uri="{FF2B5EF4-FFF2-40B4-BE49-F238E27FC236}">
                <a16:creationId xmlns:a16="http://schemas.microsoft.com/office/drawing/2014/main" id="{23962611-DFD5-4092-AAFD-559E3DFCE2C9}"/>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475488" y="0"/>
            <a:ext cx="10910292" cy="6858000"/>
          </a:xfrm>
          <a:prstGeom prst="rect">
            <a:avLst/>
          </a:prstGeom>
          <a:gradFill>
            <a:gsLst>
              <a:gs pos="0">
                <a:schemeClr val="accent1">
                  <a:lumMod val="90000"/>
                </a:schemeClr>
              </a:gs>
              <a:gs pos="25000">
                <a:schemeClr val="accent1">
                  <a:lumMod val="90000"/>
                </a:schemeClr>
              </a:gs>
              <a:gs pos="94000">
                <a:schemeClr val="bg2">
                  <a:lumMod val="25000"/>
                </a:schemeClr>
              </a:gs>
              <a:gs pos="100000">
                <a:schemeClr val="bg2">
                  <a:lumMod val="25000"/>
                </a:schemeClr>
              </a:gs>
            </a:gsLst>
            <a:lin ang="42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11" name="Picture 10">
            <a:extLst>
              <a:ext uri="{FF2B5EF4-FFF2-40B4-BE49-F238E27FC236}">
                <a16:creationId xmlns:a16="http://schemas.microsoft.com/office/drawing/2014/main" id="{2270F1FA-0425-408F-9861-80BF5AFB276D}"/>
              </a:ext>
              <a:ext uri="{C183D7F6-B498-43B3-948B-1728B52AA6E4}">
                <adec:decorative xmlns:adec="http://schemas.microsoft.com/office/drawing/2017/decorative" val="1"/>
              </a:ext>
            </a:extLst>
          </p:cNvPr>
          <p:cNvPicPr>
            <a:picLocks noGrp="1" noRot="1" noChangeAspect="1" noMove="1" noResize="1" noEditPoints="1" noAdjustHandles="1" noChangeArrowheads="1" noChangeShapeType="1" noCrop="1"/>
          </p:cNvPicPr>
          <p:nvPr>
            <p:extLst>
              <p:ext uri="{386F3935-93C4-4BCD-93E2-E3B085C9AB24}">
                <p16:designElem xmlns:p16="http://schemas.microsoft.com/office/powerpoint/2015/main" val="1"/>
              </p:ext>
            </p:extLst>
          </p:nvPr>
        </p:nvPicPr>
        <p:blipFill>
          <a:blip r:embed="rId4">
            <a:extLst>
              <a:ext uri="{28A0092B-C50C-407E-A947-70E740481C1C}">
                <a14:useLocalDpi xmlns:a14="http://schemas.microsoft.com/office/drawing/2010/main" val="0"/>
              </a:ext>
            </a:extLst>
          </a:blip>
          <a:stretch>
            <a:fillRect/>
          </a:stretch>
        </p:blipFill>
        <p:spPr>
          <a:xfrm>
            <a:off x="0" y="0"/>
            <a:ext cx="12192000" cy="6858000"/>
          </a:xfrm>
          <a:prstGeom prst="rect">
            <a:avLst/>
          </a:prstGeom>
        </p:spPr>
      </p:pic>
      <p:sp>
        <p:nvSpPr>
          <p:cNvPr id="2" name="Title 1"/>
          <p:cNvSpPr>
            <a:spLocks noGrp="1"/>
          </p:cNvSpPr>
          <p:nvPr>
            <p:ph type="ctrTitle"/>
          </p:nvPr>
        </p:nvSpPr>
        <p:spPr>
          <a:xfrm>
            <a:off x="3045368" y="2043663"/>
            <a:ext cx="6105194" cy="2031055"/>
          </a:xfrm>
        </p:spPr>
        <p:txBody>
          <a:bodyPr>
            <a:normAutofit/>
          </a:bodyPr>
          <a:lstStyle/>
          <a:p>
            <a:r>
              <a:rPr lang="en-US" dirty="0" err="1">
                <a:solidFill>
                  <a:srgbClr val="FFFFFF"/>
                </a:solidFill>
              </a:rPr>
              <a:t>DriverPass</a:t>
            </a:r>
            <a:br>
              <a:rPr lang="en-US" dirty="0">
                <a:solidFill>
                  <a:srgbClr val="FFFFFF"/>
                </a:solidFill>
              </a:rPr>
            </a:br>
            <a:r>
              <a:rPr lang="en-US" dirty="0">
                <a:solidFill>
                  <a:srgbClr val="FFFFFF"/>
                </a:solidFill>
              </a:rPr>
              <a:t>System Analysis</a:t>
            </a:r>
          </a:p>
        </p:txBody>
      </p:sp>
      <p:sp>
        <p:nvSpPr>
          <p:cNvPr id="3" name="Content Placeholder 2"/>
          <p:cNvSpPr>
            <a:spLocks noGrp="1"/>
          </p:cNvSpPr>
          <p:nvPr>
            <p:ph type="subTitle" idx="1"/>
          </p:nvPr>
        </p:nvSpPr>
        <p:spPr>
          <a:xfrm>
            <a:off x="3045368" y="4074718"/>
            <a:ext cx="6105194" cy="682079"/>
          </a:xfrm>
        </p:spPr>
        <p:txBody>
          <a:bodyPr>
            <a:normAutofit/>
          </a:bodyPr>
          <a:lstStyle/>
          <a:p>
            <a:r>
              <a:rPr lang="en-US" dirty="0">
                <a:solidFill>
                  <a:srgbClr val="FFFFFF"/>
                </a:solidFill>
              </a:rPr>
              <a:t>Russell Buck</a:t>
            </a:r>
            <a:endParaRPr dirty="0">
              <a:solidFill>
                <a:srgbClr val="FFFFFF"/>
              </a:solidFill>
            </a:endParaRPr>
          </a:p>
        </p:txBody>
      </p:sp>
    </p:spTree>
    <p:custDataLst>
      <p:tags r:id="rId1"/>
    </p:custDataLst>
    <p:extLst>
      <p:ext uri="{BB962C8B-B14F-4D97-AF65-F5344CB8AC3E}">
        <p14:creationId xmlns:p14="http://schemas.microsoft.com/office/powerpoint/2010/main" val="409182036"/>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9" name="Rectangle 8">
            <a:extLst>
              <a:ext uri="{FF2B5EF4-FFF2-40B4-BE49-F238E27FC236}">
                <a16:creationId xmlns:a16="http://schemas.microsoft.com/office/drawing/2014/main" id="{3B854194-185D-494D-905C-7C7CB2E30F6E}"/>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 y="0"/>
            <a:ext cx="6082110"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1" name="Rectangle 10">
            <a:extLst>
              <a:ext uri="{FF2B5EF4-FFF2-40B4-BE49-F238E27FC236}">
                <a16:creationId xmlns:a16="http://schemas.microsoft.com/office/drawing/2014/main" id="{B4F5FA0D-0104-4987-8241-EFF7C85B88DE}"/>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 y="0"/>
            <a:ext cx="12191998" cy="6858000"/>
          </a:xfrm>
          <a:prstGeom prst="rect">
            <a:avLst/>
          </a:prstGeom>
          <a:gradFill>
            <a:gsLst>
              <a:gs pos="0">
                <a:schemeClr val="accent1">
                  <a:lumMod val="90000"/>
                </a:schemeClr>
              </a:gs>
              <a:gs pos="25000">
                <a:schemeClr val="accent1">
                  <a:lumMod val="90000"/>
                </a:schemeClr>
              </a:gs>
              <a:gs pos="94000">
                <a:schemeClr val="bg2">
                  <a:lumMod val="25000"/>
                </a:schemeClr>
              </a:gs>
              <a:gs pos="100000">
                <a:schemeClr val="bg2">
                  <a:lumMod val="25000"/>
                </a:schemeClr>
              </a:gs>
            </a:gsLst>
            <a:lin ang="42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13" name="Picture 12">
            <a:extLst>
              <a:ext uri="{FF2B5EF4-FFF2-40B4-BE49-F238E27FC236}">
                <a16:creationId xmlns:a16="http://schemas.microsoft.com/office/drawing/2014/main" id="{2897127E-6CEF-446C-BE87-93B7C46E49D1}"/>
              </a:ext>
              <a:ext uri="{C183D7F6-B498-43B3-948B-1728B52AA6E4}">
                <adec:decorative xmlns:adec="http://schemas.microsoft.com/office/drawing/2017/decorative" val="1"/>
              </a:ext>
            </a:extLst>
          </p:cNvPr>
          <p:cNvPicPr>
            <a:picLocks noGrp="1" noRot="1" noChangeAspect="1" noMove="1" noResize="1" noEditPoints="1" noAdjustHandles="1" noChangeArrowheads="1" noChangeShapeType="1" noCrop="1"/>
          </p:cNvPicPr>
          <p:nvPr>
            <p:extLst>
              <p:ext uri="{386F3935-93C4-4BCD-93E2-E3B085C9AB24}">
                <p16:designElem xmlns:p16="http://schemas.microsoft.com/office/powerpoint/2015/main" val="1"/>
              </p:ext>
            </p:extLst>
          </p:nvPr>
        </p:nvPicPr>
        <p:blipFill>
          <a:blip r:embed="rId4">
            <a:extLst>
              <a:ext uri="{28A0092B-C50C-407E-A947-70E740481C1C}">
                <a14:useLocalDpi xmlns:a14="http://schemas.microsoft.com/office/drawing/2010/main" val="0"/>
              </a:ext>
            </a:extLst>
          </a:blip>
          <a:stretch>
            <a:fillRect/>
          </a:stretch>
        </p:blipFill>
        <p:spPr>
          <a:xfrm>
            <a:off x="0" y="0"/>
            <a:ext cx="12192000" cy="6858000"/>
          </a:xfrm>
          <a:prstGeom prst="rect">
            <a:avLst/>
          </a:prstGeom>
        </p:spPr>
      </p:pic>
      <p:sp>
        <p:nvSpPr>
          <p:cNvPr id="2" name="Title 1"/>
          <p:cNvSpPr>
            <a:spLocks noGrp="1"/>
          </p:cNvSpPr>
          <p:nvPr>
            <p:ph type="title"/>
          </p:nvPr>
        </p:nvSpPr>
        <p:spPr>
          <a:xfrm>
            <a:off x="640079" y="2053641"/>
            <a:ext cx="3669161" cy="2760098"/>
          </a:xfrm>
        </p:spPr>
        <p:txBody>
          <a:bodyPr>
            <a:normAutofit/>
          </a:bodyPr>
          <a:lstStyle/>
          <a:p>
            <a:r>
              <a:rPr lang="en-US" dirty="0">
                <a:solidFill>
                  <a:schemeClr val="bg1"/>
                </a:solidFill>
              </a:rPr>
              <a:t>System Requirements</a:t>
            </a:r>
          </a:p>
        </p:txBody>
      </p:sp>
      <p:sp>
        <p:nvSpPr>
          <p:cNvPr id="3" name="Content Placeholder 2"/>
          <p:cNvSpPr>
            <a:spLocks noGrp="1"/>
          </p:cNvSpPr>
          <p:nvPr>
            <p:ph idx="1"/>
          </p:nvPr>
        </p:nvSpPr>
        <p:spPr>
          <a:xfrm>
            <a:off x="6090574" y="801866"/>
            <a:ext cx="5306084" cy="5230634"/>
          </a:xfrm>
        </p:spPr>
        <p:txBody>
          <a:bodyPr anchor="ctr">
            <a:normAutofit/>
          </a:bodyPr>
          <a:lstStyle/>
          <a:p>
            <a:pPr marL="0" indent="0">
              <a:buNone/>
            </a:pPr>
            <a:r>
              <a:rPr lang="en-US" sz="2400" dirty="0">
                <a:solidFill>
                  <a:srgbClr val="000000"/>
                </a:solidFill>
              </a:rPr>
              <a:t>Functional Requirements</a:t>
            </a:r>
          </a:p>
          <a:p>
            <a:r>
              <a:rPr lang="en-US" sz="2400" dirty="0">
                <a:solidFill>
                  <a:srgbClr val="000000"/>
                </a:solidFill>
              </a:rPr>
              <a:t>Customers can schedule, modify, and cancel driving lessons online.</a:t>
            </a:r>
          </a:p>
          <a:p>
            <a:r>
              <a:rPr lang="en-US" sz="2400" dirty="0">
                <a:solidFill>
                  <a:srgbClr val="000000"/>
                </a:solidFill>
              </a:rPr>
              <a:t>The system provides online lessons and practice tests with score tracking.</a:t>
            </a:r>
          </a:p>
          <a:p>
            <a:pPr marL="0" indent="0">
              <a:buNone/>
            </a:pPr>
            <a:r>
              <a:rPr lang="en-US" sz="2400" dirty="0">
                <a:solidFill>
                  <a:srgbClr val="000000"/>
                </a:solidFill>
              </a:rPr>
              <a:t>Nonfunctional Requirements</a:t>
            </a:r>
          </a:p>
          <a:p>
            <a:r>
              <a:rPr lang="en-US" sz="2400" dirty="0">
                <a:solidFill>
                  <a:srgbClr val="000000"/>
                </a:solidFill>
              </a:rPr>
              <a:t>The system must be accessible from any computer or mobile device through a secure cloud platform.</a:t>
            </a:r>
          </a:p>
          <a:p>
            <a:r>
              <a:rPr lang="en-US" sz="2400" dirty="0">
                <a:solidFill>
                  <a:srgbClr val="000000"/>
                </a:solidFill>
              </a:rPr>
              <a:t>The system must use encrypted communication and role‑based access control.</a:t>
            </a:r>
            <a:endParaRPr sz="2400" dirty="0">
              <a:solidFill>
                <a:srgbClr val="000000"/>
              </a:solidFill>
            </a:endParaRPr>
          </a:p>
        </p:txBody>
      </p:sp>
    </p:spTree>
    <p:custDataLst>
      <p:tags r:id="rId1"/>
    </p:custDataLst>
    <p:extLst>
      <p:ext uri="{BB962C8B-B14F-4D97-AF65-F5344CB8AC3E}">
        <p14:creationId xmlns:p14="http://schemas.microsoft.com/office/powerpoint/2010/main" val="1865885945"/>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9" name="Rectangle 8">
            <a:extLst>
              <a:ext uri="{FF2B5EF4-FFF2-40B4-BE49-F238E27FC236}">
                <a16:creationId xmlns:a16="http://schemas.microsoft.com/office/drawing/2014/main" id="{3B854194-185D-494D-905C-7C7CB2E30F6E}"/>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 y="0"/>
            <a:ext cx="6082110"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1" name="Rectangle 10">
            <a:extLst>
              <a:ext uri="{FF2B5EF4-FFF2-40B4-BE49-F238E27FC236}">
                <a16:creationId xmlns:a16="http://schemas.microsoft.com/office/drawing/2014/main" id="{B4F5FA0D-0104-4987-8241-EFF7C85B88DE}"/>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 y="0"/>
            <a:ext cx="12191998" cy="6858000"/>
          </a:xfrm>
          <a:prstGeom prst="rect">
            <a:avLst/>
          </a:prstGeom>
          <a:gradFill>
            <a:gsLst>
              <a:gs pos="0">
                <a:schemeClr val="accent1">
                  <a:lumMod val="90000"/>
                </a:schemeClr>
              </a:gs>
              <a:gs pos="25000">
                <a:schemeClr val="accent1">
                  <a:lumMod val="90000"/>
                </a:schemeClr>
              </a:gs>
              <a:gs pos="94000">
                <a:schemeClr val="bg2">
                  <a:lumMod val="25000"/>
                </a:schemeClr>
              </a:gs>
              <a:gs pos="100000">
                <a:schemeClr val="bg2">
                  <a:lumMod val="25000"/>
                </a:schemeClr>
              </a:gs>
            </a:gsLst>
            <a:lin ang="42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13" name="Picture 12">
            <a:extLst>
              <a:ext uri="{FF2B5EF4-FFF2-40B4-BE49-F238E27FC236}">
                <a16:creationId xmlns:a16="http://schemas.microsoft.com/office/drawing/2014/main" id="{2897127E-6CEF-446C-BE87-93B7C46E49D1}"/>
              </a:ext>
              <a:ext uri="{C183D7F6-B498-43B3-948B-1728B52AA6E4}">
                <adec:decorative xmlns:adec="http://schemas.microsoft.com/office/drawing/2017/decorative" val="1"/>
              </a:ext>
            </a:extLst>
          </p:cNvPr>
          <p:cNvPicPr>
            <a:picLocks noGrp="1" noRot="1" noChangeAspect="1" noMove="1" noResize="1" noEditPoints="1" noAdjustHandles="1" noChangeArrowheads="1" noChangeShapeType="1" noCrop="1"/>
          </p:cNvPicPr>
          <p:nvPr>
            <p:extLst>
              <p:ext uri="{386F3935-93C4-4BCD-93E2-E3B085C9AB24}">
                <p16:designElem xmlns:p16="http://schemas.microsoft.com/office/powerpoint/2015/main" val="1"/>
              </p:ext>
            </p:extLst>
          </p:nvPr>
        </p:nvPicPr>
        <p:blipFill>
          <a:blip r:embed="rId4">
            <a:extLst>
              <a:ext uri="{28A0092B-C50C-407E-A947-70E740481C1C}">
                <a14:useLocalDpi xmlns:a14="http://schemas.microsoft.com/office/drawing/2010/main" val="0"/>
              </a:ext>
            </a:extLst>
          </a:blip>
          <a:stretch>
            <a:fillRect/>
          </a:stretch>
        </p:blipFill>
        <p:spPr>
          <a:xfrm>
            <a:off x="0" y="0"/>
            <a:ext cx="12192000" cy="6858000"/>
          </a:xfrm>
          <a:prstGeom prst="rect">
            <a:avLst/>
          </a:prstGeom>
        </p:spPr>
      </p:pic>
      <p:sp>
        <p:nvSpPr>
          <p:cNvPr id="2" name="Title 1"/>
          <p:cNvSpPr>
            <a:spLocks noGrp="1"/>
          </p:cNvSpPr>
          <p:nvPr>
            <p:ph type="title"/>
          </p:nvPr>
        </p:nvSpPr>
        <p:spPr>
          <a:xfrm>
            <a:off x="640079" y="2053641"/>
            <a:ext cx="3669161" cy="2760098"/>
          </a:xfrm>
        </p:spPr>
        <p:txBody>
          <a:bodyPr>
            <a:normAutofit/>
          </a:bodyPr>
          <a:lstStyle/>
          <a:p>
            <a:r>
              <a:rPr lang="en-US" dirty="0">
                <a:solidFill>
                  <a:schemeClr val="bg1"/>
                </a:solidFill>
              </a:rPr>
              <a:t>Use Case Diagram</a:t>
            </a:r>
          </a:p>
        </p:txBody>
      </p:sp>
      <p:sp>
        <p:nvSpPr>
          <p:cNvPr id="3" name="Content Placeholder 2"/>
          <p:cNvSpPr>
            <a:spLocks noGrp="1"/>
          </p:cNvSpPr>
          <p:nvPr>
            <p:ph idx="1"/>
          </p:nvPr>
        </p:nvSpPr>
        <p:spPr>
          <a:xfrm>
            <a:off x="6090574" y="801866"/>
            <a:ext cx="5306084" cy="5230634"/>
          </a:xfrm>
        </p:spPr>
        <p:txBody>
          <a:bodyPr anchor="ctr">
            <a:normAutofit/>
          </a:bodyPr>
          <a:lstStyle/>
          <a:p>
            <a:pPr marL="0" indent="0">
              <a:buNone/>
            </a:pPr>
            <a:r>
              <a:rPr lang="en-US" sz="2400" dirty="0">
                <a:solidFill>
                  <a:srgbClr val="000000"/>
                </a:solidFill>
              </a:rPr>
              <a:t>[Insert your use case diagram here.]</a:t>
            </a:r>
            <a:endParaRPr sz="2400" dirty="0">
              <a:solidFill>
                <a:srgbClr val="000000"/>
              </a:solidFill>
            </a:endParaRPr>
          </a:p>
        </p:txBody>
      </p:sp>
    </p:spTree>
    <p:custDataLst>
      <p:tags r:id="rId1"/>
    </p:custDataLst>
    <p:extLst>
      <p:ext uri="{BB962C8B-B14F-4D97-AF65-F5344CB8AC3E}">
        <p14:creationId xmlns:p14="http://schemas.microsoft.com/office/powerpoint/2010/main" val="2776425341"/>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9" name="Rectangle 8">
            <a:extLst>
              <a:ext uri="{FF2B5EF4-FFF2-40B4-BE49-F238E27FC236}">
                <a16:creationId xmlns:a16="http://schemas.microsoft.com/office/drawing/2014/main" id="{3B854194-185D-494D-905C-7C7CB2E30F6E}"/>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 y="0"/>
            <a:ext cx="6082110"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1" name="Rectangle 10">
            <a:extLst>
              <a:ext uri="{FF2B5EF4-FFF2-40B4-BE49-F238E27FC236}">
                <a16:creationId xmlns:a16="http://schemas.microsoft.com/office/drawing/2014/main" id="{B4F5FA0D-0104-4987-8241-EFF7C85B88DE}"/>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 y="0"/>
            <a:ext cx="12191998" cy="6858000"/>
          </a:xfrm>
          <a:prstGeom prst="rect">
            <a:avLst/>
          </a:prstGeom>
          <a:gradFill>
            <a:gsLst>
              <a:gs pos="0">
                <a:schemeClr val="accent1">
                  <a:lumMod val="90000"/>
                </a:schemeClr>
              </a:gs>
              <a:gs pos="25000">
                <a:schemeClr val="accent1">
                  <a:lumMod val="90000"/>
                </a:schemeClr>
              </a:gs>
              <a:gs pos="94000">
                <a:schemeClr val="bg2">
                  <a:lumMod val="25000"/>
                </a:schemeClr>
              </a:gs>
              <a:gs pos="100000">
                <a:schemeClr val="bg2">
                  <a:lumMod val="25000"/>
                </a:schemeClr>
              </a:gs>
            </a:gsLst>
            <a:lin ang="42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13" name="Picture 12">
            <a:extLst>
              <a:ext uri="{FF2B5EF4-FFF2-40B4-BE49-F238E27FC236}">
                <a16:creationId xmlns:a16="http://schemas.microsoft.com/office/drawing/2014/main" id="{2897127E-6CEF-446C-BE87-93B7C46E49D1}"/>
              </a:ext>
              <a:ext uri="{C183D7F6-B498-43B3-948B-1728B52AA6E4}">
                <adec:decorative xmlns:adec="http://schemas.microsoft.com/office/drawing/2017/decorative" val="1"/>
              </a:ext>
            </a:extLst>
          </p:cNvPr>
          <p:cNvPicPr>
            <a:picLocks noGrp="1" noRot="1" noChangeAspect="1" noMove="1" noResize="1" noEditPoints="1" noAdjustHandles="1" noChangeArrowheads="1" noChangeShapeType="1" noCrop="1"/>
          </p:cNvPicPr>
          <p:nvPr>
            <p:extLst>
              <p:ext uri="{386F3935-93C4-4BCD-93E2-E3B085C9AB24}">
                <p16:designElem xmlns:p16="http://schemas.microsoft.com/office/powerpoint/2015/main" val="1"/>
              </p:ext>
            </p:extLst>
          </p:nvPr>
        </p:nvPicPr>
        <p:blipFill>
          <a:blip r:embed="rId4">
            <a:extLst>
              <a:ext uri="{28A0092B-C50C-407E-A947-70E740481C1C}">
                <a14:useLocalDpi xmlns:a14="http://schemas.microsoft.com/office/drawing/2010/main" val="0"/>
              </a:ext>
            </a:extLst>
          </a:blip>
          <a:stretch>
            <a:fillRect/>
          </a:stretch>
        </p:blipFill>
        <p:spPr>
          <a:xfrm>
            <a:off x="0" y="0"/>
            <a:ext cx="12192000" cy="6858000"/>
          </a:xfrm>
          <a:prstGeom prst="rect">
            <a:avLst/>
          </a:prstGeom>
        </p:spPr>
      </p:pic>
      <p:sp>
        <p:nvSpPr>
          <p:cNvPr id="2" name="Title 1"/>
          <p:cNvSpPr>
            <a:spLocks noGrp="1"/>
          </p:cNvSpPr>
          <p:nvPr>
            <p:ph type="title"/>
          </p:nvPr>
        </p:nvSpPr>
        <p:spPr>
          <a:xfrm>
            <a:off x="640079" y="2053641"/>
            <a:ext cx="3669161" cy="2760098"/>
          </a:xfrm>
        </p:spPr>
        <p:txBody>
          <a:bodyPr>
            <a:normAutofit/>
          </a:bodyPr>
          <a:lstStyle/>
          <a:p>
            <a:r>
              <a:rPr lang="en-US" dirty="0">
                <a:solidFill>
                  <a:schemeClr val="bg1"/>
                </a:solidFill>
              </a:rPr>
              <a:t>Activity</a:t>
            </a:r>
            <a:br>
              <a:rPr lang="en-US" dirty="0">
                <a:solidFill>
                  <a:schemeClr val="bg1"/>
                </a:solidFill>
              </a:rPr>
            </a:br>
            <a:r>
              <a:rPr lang="en-US" dirty="0">
                <a:solidFill>
                  <a:schemeClr val="bg1"/>
                </a:solidFill>
              </a:rPr>
              <a:t>Diagram</a:t>
            </a:r>
          </a:p>
        </p:txBody>
      </p:sp>
      <p:sp>
        <p:nvSpPr>
          <p:cNvPr id="3" name="Content Placeholder 2"/>
          <p:cNvSpPr>
            <a:spLocks noGrp="1"/>
          </p:cNvSpPr>
          <p:nvPr>
            <p:ph idx="1"/>
          </p:nvPr>
        </p:nvSpPr>
        <p:spPr>
          <a:xfrm>
            <a:off x="6090574" y="801866"/>
            <a:ext cx="5306084" cy="5230634"/>
          </a:xfrm>
        </p:spPr>
        <p:txBody>
          <a:bodyPr anchor="ctr">
            <a:normAutofit/>
          </a:bodyPr>
          <a:lstStyle/>
          <a:p>
            <a:pPr marL="0" indent="0">
              <a:buNone/>
            </a:pPr>
            <a:r>
              <a:rPr lang="en-US" sz="2400" dirty="0">
                <a:solidFill>
                  <a:srgbClr val="000000"/>
                </a:solidFill>
              </a:rPr>
              <a:t>[Insert </a:t>
            </a:r>
            <a:r>
              <a:rPr lang="en-US" sz="2400" b="1" dirty="0">
                <a:solidFill>
                  <a:srgbClr val="000000"/>
                </a:solidFill>
              </a:rPr>
              <a:t>one</a:t>
            </a:r>
            <a:r>
              <a:rPr lang="en-US" sz="2400" dirty="0">
                <a:solidFill>
                  <a:srgbClr val="000000"/>
                </a:solidFill>
              </a:rPr>
              <a:t> of your activity diagrams here.]</a:t>
            </a:r>
            <a:endParaRPr sz="2400" dirty="0">
              <a:solidFill>
                <a:srgbClr val="000000"/>
              </a:solidFill>
            </a:endParaRPr>
          </a:p>
        </p:txBody>
      </p:sp>
    </p:spTree>
    <p:custDataLst>
      <p:tags r:id="rId1"/>
    </p:custDataLst>
    <p:extLst>
      <p:ext uri="{BB962C8B-B14F-4D97-AF65-F5344CB8AC3E}">
        <p14:creationId xmlns:p14="http://schemas.microsoft.com/office/powerpoint/2010/main" val="3564055637"/>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9" name="Rectangle 8">
            <a:extLst>
              <a:ext uri="{FF2B5EF4-FFF2-40B4-BE49-F238E27FC236}">
                <a16:creationId xmlns:a16="http://schemas.microsoft.com/office/drawing/2014/main" id="{3B854194-185D-494D-905C-7C7CB2E30F6E}"/>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 y="0"/>
            <a:ext cx="6082110"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1" name="Rectangle 10">
            <a:extLst>
              <a:ext uri="{FF2B5EF4-FFF2-40B4-BE49-F238E27FC236}">
                <a16:creationId xmlns:a16="http://schemas.microsoft.com/office/drawing/2014/main" id="{B4F5FA0D-0104-4987-8241-EFF7C85B88DE}"/>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 y="0"/>
            <a:ext cx="12191998" cy="6858000"/>
          </a:xfrm>
          <a:prstGeom prst="rect">
            <a:avLst/>
          </a:prstGeom>
          <a:gradFill>
            <a:gsLst>
              <a:gs pos="0">
                <a:schemeClr val="accent1">
                  <a:lumMod val="90000"/>
                </a:schemeClr>
              </a:gs>
              <a:gs pos="25000">
                <a:schemeClr val="accent1">
                  <a:lumMod val="90000"/>
                </a:schemeClr>
              </a:gs>
              <a:gs pos="94000">
                <a:schemeClr val="bg2">
                  <a:lumMod val="25000"/>
                </a:schemeClr>
              </a:gs>
              <a:gs pos="100000">
                <a:schemeClr val="bg2">
                  <a:lumMod val="25000"/>
                </a:schemeClr>
              </a:gs>
            </a:gsLst>
            <a:lin ang="42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13" name="Picture 12">
            <a:extLst>
              <a:ext uri="{FF2B5EF4-FFF2-40B4-BE49-F238E27FC236}">
                <a16:creationId xmlns:a16="http://schemas.microsoft.com/office/drawing/2014/main" id="{2897127E-6CEF-446C-BE87-93B7C46E49D1}"/>
              </a:ext>
              <a:ext uri="{C183D7F6-B498-43B3-948B-1728B52AA6E4}">
                <adec:decorative xmlns:adec="http://schemas.microsoft.com/office/drawing/2017/decorative" val="1"/>
              </a:ext>
            </a:extLst>
          </p:cNvPr>
          <p:cNvPicPr>
            <a:picLocks noGrp="1" noRot="1" noChangeAspect="1" noMove="1" noResize="1" noEditPoints="1" noAdjustHandles="1" noChangeArrowheads="1" noChangeShapeType="1" noCrop="1"/>
          </p:cNvPicPr>
          <p:nvPr>
            <p:extLst>
              <p:ext uri="{386F3935-93C4-4BCD-93E2-E3B085C9AB24}">
                <p16:designElem xmlns:p16="http://schemas.microsoft.com/office/powerpoint/2015/main" val="1"/>
              </p:ext>
            </p:extLst>
          </p:nvPr>
        </p:nvPicPr>
        <p:blipFill>
          <a:blip r:embed="rId4">
            <a:extLst>
              <a:ext uri="{28A0092B-C50C-407E-A947-70E740481C1C}">
                <a14:useLocalDpi xmlns:a14="http://schemas.microsoft.com/office/drawing/2010/main" val="0"/>
              </a:ext>
            </a:extLst>
          </a:blip>
          <a:stretch>
            <a:fillRect/>
          </a:stretch>
        </p:blipFill>
        <p:spPr>
          <a:xfrm>
            <a:off x="0" y="0"/>
            <a:ext cx="12192000" cy="6858000"/>
          </a:xfrm>
          <a:prstGeom prst="rect">
            <a:avLst/>
          </a:prstGeom>
        </p:spPr>
      </p:pic>
      <p:sp>
        <p:nvSpPr>
          <p:cNvPr id="2" name="Title 1"/>
          <p:cNvSpPr>
            <a:spLocks noGrp="1"/>
          </p:cNvSpPr>
          <p:nvPr>
            <p:ph type="title"/>
          </p:nvPr>
        </p:nvSpPr>
        <p:spPr>
          <a:xfrm>
            <a:off x="640079" y="2053641"/>
            <a:ext cx="3669161" cy="2760098"/>
          </a:xfrm>
        </p:spPr>
        <p:txBody>
          <a:bodyPr>
            <a:normAutofit/>
          </a:bodyPr>
          <a:lstStyle/>
          <a:p>
            <a:r>
              <a:rPr lang="en-US" dirty="0">
                <a:solidFill>
                  <a:schemeClr val="bg1"/>
                </a:solidFill>
              </a:rPr>
              <a:t>Security</a:t>
            </a:r>
          </a:p>
        </p:txBody>
      </p:sp>
      <p:sp>
        <p:nvSpPr>
          <p:cNvPr id="3" name="Content Placeholder 2"/>
          <p:cNvSpPr>
            <a:spLocks noGrp="1"/>
          </p:cNvSpPr>
          <p:nvPr>
            <p:ph idx="1"/>
          </p:nvPr>
        </p:nvSpPr>
        <p:spPr>
          <a:xfrm>
            <a:off x="6090574" y="801866"/>
            <a:ext cx="5306084" cy="5230634"/>
          </a:xfrm>
        </p:spPr>
        <p:txBody>
          <a:bodyPr anchor="ctr">
            <a:normAutofit/>
          </a:bodyPr>
          <a:lstStyle/>
          <a:p>
            <a:r>
              <a:rPr lang="en-US" sz="2400" dirty="0">
                <a:solidFill>
                  <a:srgbClr val="000000"/>
                </a:solidFill>
              </a:rPr>
              <a:t>[Include a bulleted list of how your design addresses security concerns.]</a:t>
            </a:r>
            <a:endParaRPr sz="2400" dirty="0">
              <a:solidFill>
                <a:srgbClr val="000000"/>
              </a:solidFill>
            </a:endParaRPr>
          </a:p>
        </p:txBody>
      </p:sp>
    </p:spTree>
    <p:custDataLst>
      <p:tags r:id="rId1"/>
    </p:custDataLst>
    <p:extLst>
      <p:ext uri="{BB962C8B-B14F-4D97-AF65-F5344CB8AC3E}">
        <p14:creationId xmlns:p14="http://schemas.microsoft.com/office/powerpoint/2010/main" val="376843144"/>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9" name="Rectangle 8">
            <a:extLst>
              <a:ext uri="{FF2B5EF4-FFF2-40B4-BE49-F238E27FC236}">
                <a16:creationId xmlns:a16="http://schemas.microsoft.com/office/drawing/2014/main" id="{3B854194-185D-494D-905C-7C7CB2E30F6E}"/>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 y="0"/>
            <a:ext cx="6082110"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1" name="Rectangle 10">
            <a:extLst>
              <a:ext uri="{FF2B5EF4-FFF2-40B4-BE49-F238E27FC236}">
                <a16:creationId xmlns:a16="http://schemas.microsoft.com/office/drawing/2014/main" id="{B4F5FA0D-0104-4987-8241-EFF7C85B88DE}"/>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 y="0"/>
            <a:ext cx="12191998" cy="6858000"/>
          </a:xfrm>
          <a:prstGeom prst="rect">
            <a:avLst/>
          </a:prstGeom>
          <a:gradFill>
            <a:gsLst>
              <a:gs pos="0">
                <a:schemeClr val="accent1">
                  <a:lumMod val="90000"/>
                </a:schemeClr>
              </a:gs>
              <a:gs pos="25000">
                <a:schemeClr val="accent1">
                  <a:lumMod val="90000"/>
                </a:schemeClr>
              </a:gs>
              <a:gs pos="94000">
                <a:schemeClr val="bg2">
                  <a:lumMod val="25000"/>
                </a:schemeClr>
              </a:gs>
              <a:gs pos="100000">
                <a:schemeClr val="bg2">
                  <a:lumMod val="25000"/>
                </a:schemeClr>
              </a:gs>
            </a:gsLst>
            <a:lin ang="42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13" name="Picture 12">
            <a:extLst>
              <a:ext uri="{FF2B5EF4-FFF2-40B4-BE49-F238E27FC236}">
                <a16:creationId xmlns:a16="http://schemas.microsoft.com/office/drawing/2014/main" id="{2897127E-6CEF-446C-BE87-93B7C46E49D1}"/>
              </a:ext>
              <a:ext uri="{C183D7F6-B498-43B3-948B-1728B52AA6E4}">
                <adec:decorative xmlns:adec="http://schemas.microsoft.com/office/drawing/2017/decorative" val="1"/>
              </a:ext>
            </a:extLst>
          </p:cNvPr>
          <p:cNvPicPr>
            <a:picLocks noGrp="1" noRot="1" noChangeAspect="1" noMove="1" noResize="1" noEditPoints="1" noAdjustHandles="1" noChangeArrowheads="1" noChangeShapeType="1" noCrop="1"/>
          </p:cNvPicPr>
          <p:nvPr>
            <p:extLst>
              <p:ext uri="{386F3935-93C4-4BCD-93E2-E3B085C9AB24}">
                <p16:designElem xmlns:p16="http://schemas.microsoft.com/office/powerpoint/2015/main" val="1"/>
              </p:ext>
            </p:extLst>
          </p:nvPr>
        </p:nvPicPr>
        <p:blipFill>
          <a:blip r:embed="rId4">
            <a:extLst>
              <a:ext uri="{28A0092B-C50C-407E-A947-70E740481C1C}">
                <a14:useLocalDpi xmlns:a14="http://schemas.microsoft.com/office/drawing/2010/main" val="0"/>
              </a:ext>
            </a:extLst>
          </a:blip>
          <a:stretch>
            <a:fillRect/>
          </a:stretch>
        </p:blipFill>
        <p:spPr>
          <a:xfrm>
            <a:off x="0" y="0"/>
            <a:ext cx="12192000" cy="6858000"/>
          </a:xfrm>
          <a:prstGeom prst="rect">
            <a:avLst/>
          </a:prstGeom>
        </p:spPr>
      </p:pic>
      <p:sp>
        <p:nvSpPr>
          <p:cNvPr id="2" name="Title 1"/>
          <p:cNvSpPr>
            <a:spLocks noGrp="1"/>
          </p:cNvSpPr>
          <p:nvPr>
            <p:ph type="title"/>
          </p:nvPr>
        </p:nvSpPr>
        <p:spPr>
          <a:xfrm>
            <a:off x="640079" y="2053641"/>
            <a:ext cx="3669161" cy="2760098"/>
          </a:xfrm>
        </p:spPr>
        <p:txBody>
          <a:bodyPr>
            <a:normAutofit/>
          </a:bodyPr>
          <a:lstStyle/>
          <a:p>
            <a:r>
              <a:rPr lang="en-US" dirty="0">
                <a:solidFill>
                  <a:schemeClr val="bg1"/>
                </a:solidFill>
              </a:rPr>
              <a:t>System Limitations</a:t>
            </a:r>
          </a:p>
        </p:txBody>
      </p:sp>
      <p:sp>
        <p:nvSpPr>
          <p:cNvPr id="3" name="Content Placeholder 2"/>
          <p:cNvSpPr>
            <a:spLocks noGrp="1"/>
          </p:cNvSpPr>
          <p:nvPr>
            <p:ph type="body" idx="1"/>
          </p:nvPr>
        </p:nvSpPr>
        <p:spPr>
          <a:xfrm>
            <a:off x="6090574" y="801866"/>
            <a:ext cx="5306084" cy="5230634"/>
          </a:xfrm>
        </p:spPr>
        <p:txBody>
          <a:bodyPr anchor="ctr">
            <a:normAutofit/>
          </a:bodyPr>
          <a:lstStyle/>
          <a:p>
            <a:r>
              <a:rPr lang="en-US" sz="2400" dirty="0">
                <a:solidFill>
                  <a:srgbClr val="000000"/>
                </a:solidFill>
              </a:rPr>
              <a:t>[Include a bulleted list describing the limitations of your system.]</a:t>
            </a:r>
            <a:endParaRPr sz="2400" dirty="0">
              <a:solidFill>
                <a:srgbClr val="000000"/>
              </a:solidFill>
            </a:endParaRPr>
          </a:p>
        </p:txBody>
      </p:sp>
    </p:spTree>
    <p:custDataLst>
      <p:tags r:id="rId1"/>
    </p:custDataLst>
    <p:extLst>
      <p:ext uri="{BB962C8B-B14F-4D97-AF65-F5344CB8AC3E}">
        <p14:creationId xmlns:p14="http://schemas.microsoft.com/office/powerpoint/2010/main" val="3225141645"/>
      </p:ext>
    </p:extLst>
  </p:cSld>
  <p:clrMapOvr>
    <a:masterClrMapping/>
  </p:clrMapOvr>
</p:sld>
</file>

<file path=ppt/tags/tag1.xml><?xml version="1.0" encoding="utf-8"?>
<p:tagLst xmlns:a="http://schemas.openxmlformats.org/drawingml/2006/main" xmlns:r="http://schemas.openxmlformats.org/officeDocument/2006/relationships" xmlns:p="http://schemas.openxmlformats.org/presentationml/2006/main">
  <p:tag name="ARTICULATE_SLIDE_COUNT" val="6"/>
  <p:tag name="ARTICULATE_PROJECT_OPEN" val="0"/>
</p:tagLst>
</file>

<file path=ppt/tags/tag2.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3.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4.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5.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6.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7.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emplate>WebD281</Template>
  <TotalTime>1411</TotalTime>
  <Words>1624</Words>
  <Application>Microsoft Office PowerPoint</Application>
  <PresentationFormat>Widescreen</PresentationFormat>
  <Paragraphs>53</Paragraphs>
  <Slides>6</Slides>
  <Notes>6</Notes>
  <HiddenSlides>0</HiddenSlides>
  <MMClips>0</MMClips>
  <ScaleCrop>false</ScaleCrop>
  <HeadingPairs>
    <vt:vector size="6" baseType="variant">
      <vt:variant>
        <vt:lpstr>Fonts Used</vt:lpstr>
      </vt:variant>
      <vt:variant>
        <vt:i4>3</vt:i4>
      </vt:variant>
      <vt:variant>
        <vt:lpstr>Theme</vt:lpstr>
      </vt:variant>
      <vt:variant>
        <vt:i4>1</vt:i4>
      </vt:variant>
      <vt:variant>
        <vt:lpstr>Slide Titles</vt:lpstr>
      </vt:variant>
      <vt:variant>
        <vt:i4>6</vt:i4>
      </vt:variant>
    </vt:vector>
  </HeadingPairs>
  <TitlesOfParts>
    <vt:vector size="10" baseType="lpstr">
      <vt:lpstr>Arial</vt:lpstr>
      <vt:lpstr>Calibri</vt:lpstr>
      <vt:lpstr>Calibri Light</vt:lpstr>
      <vt:lpstr>Office Theme</vt:lpstr>
      <vt:lpstr>DriverPass System Analysis</vt:lpstr>
      <vt:lpstr>System Requirements</vt:lpstr>
      <vt:lpstr>Use Case Diagram</vt:lpstr>
      <vt:lpstr>Activity Diagram</vt:lpstr>
      <vt:lpstr>Security</vt:lpstr>
      <vt:lpstr>System Limitations</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Systems Analysis</dc:title>
  <dc:creator>Loay Alnaji</dc:creator>
  <cp:lastModifiedBy>buck, russell</cp:lastModifiedBy>
  <cp:revision>21</cp:revision>
  <dcterms:created xsi:type="dcterms:W3CDTF">2019-10-14T02:36:52Z</dcterms:created>
  <dcterms:modified xsi:type="dcterms:W3CDTF">2026-02-21T02:57:28Z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ArticulateGUID">
    <vt:lpwstr>17B2C008-CF5F-4D7E-BF2C-A283A0269B28</vt:lpwstr>
  </property>
  <property fmtid="{D5CDD505-2E9C-101B-9397-08002B2CF9AE}" pid="3" name="ArticulatePath">
    <vt:lpwstr>CS 255 Client Presentation Template</vt:lpwstr>
  </property>
</Properties>
</file>